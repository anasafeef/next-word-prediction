
<file path=[Content_Types].xml><?xml version="1.0" encoding="utf-8"?>
<Types xmlns="http://schemas.openxmlformats.org/package/2006/content-types">
  <Default Extension="jpeg" ContentType="image/jpeg"/>
  <Default Extension="JPG" ContentType="image/.jp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24" r:id="rId3"/>
    <p:sldId id="325" r:id="rId4"/>
    <p:sldId id="295" r:id="rId5"/>
    <p:sldId id="333" r:id="rId6"/>
    <p:sldId id="348" r:id="rId7"/>
    <p:sldId id="337" r:id="rId8"/>
    <p:sldId id="338" r:id="rId9"/>
    <p:sldId id="336" r:id="rId10"/>
    <p:sldId id="346" r:id="rId11"/>
    <p:sldId id="335" r:id="rId12"/>
    <p:sldId id="339" r:id="rId13"/>
    <p:sldId id="334" r:id="rId14"/>
    <p:sldId id="341" r:id="rId15"/>
    <p:sldId id="361" r:id="rId16"/>
    <p:sldId id="343" r:id="rId17"/>
    <p:sldId id="362" r:id="rId18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66" userDrawn="1">
          <p15:clr>
            <a:srgbClr val="A4A3A4"/>
          </p15:clr>
        </p15:guide>
        <p15:guide id="3" orient="horz" pos="21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44546A"/>
    <a:srgbClr val="231D19"/>
    <a:srgbClr val="C09B6E"/>
    <a:srgbClr val="8A6C50"/>
    <a:srgbClr val="D28767"/>
    <a:srgbClr val="01B89A"/>
    <a:srgbClr val="007459"/>
    <a:srgbClr val="C7D3CD"/>
    <a:srgbClr val="7D72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9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2772" y="1302"/>
      </p:cViewPr>
      <p:guideLst>
        <p:guide pos="3866"/>
        <p:guide orient="horz" pos="21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4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oleObject" Target="../embeddings/oleObject1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354106212844495"/>
          <c:y val="0.0393332883444397"/>
          <c:w val="0.951304357087687"/>
          <c:h val="0.8844028585230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'[图表 在 鹿笙答辩PPT.pptx]Sheet1'!$B$1</c:f>
              <c:strCache>
                <c:ptCount val="1"/>
                <c:pt idx="0">
                  <c:v>系列 1</c:v>
                </c:pt>
              </c:strCache>
            </c:strRef>
          </c:tx>
          <c:spPr>
            <a:noFill/>
            <a:ln w="57150">
              <a:solidFill>
                <a:srgbClr val="44546A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delete val="1"/>
          </c:dLbls>
          <c:cat>
            <c:strRef>
              <c:f>'[图表 在 鹿笙答辩PPT.pptx]Sheet1'!$A$2:$A$5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'[图表 在 鹿笙答辩PPT.pptx]Sheet1'!$B$2:$B$5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'[图表 在 鹿笙答辩PPT.pptx]Sheet1'!$C$1</c:f>
              <c:strCache>
                <c:ptCount val="1"/>
                <c:pt idx="0">
                  <c:v>系列 2</c:v>
                </c:pt>
              </c:strCache>
            </c:strRef>
          </c:tx>
          <c:spPr>
            <a:noFill/>
            <a:ln w="57150">
              <a:solidFill>
                <a:srgbClr val="44546A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delete val="1"/>
          </c:dLbls>
          <c:cat>
            <c:strRef>
              <c:f>'[图表 在 鹿笙答辩PPT.pptx]Sheet1'!$A$2:$A$5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'[图表 在 鹿笙答辩PPT.pptx]Sheet1'!$C$2:$C$5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'[图表 在 鹿笙答辩PPT.pptx]Sheet1'!$D$1</c:f>
              <c:strCache>
                <c:ptCount val="1"/>
                <c:pt idx="0">
                  <c:v>系列 3</c:v>
                </c:pt>
              </c:strCache>
            </c:strRef>
          </c:tx>
          <c:spPr>
            <a:noFill/>
            <a:ln w="57150">
              <a:solidFill>
                <a:srgbClr val="44546A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delete val="1"/>
          </c:dLbls>
          <c:cat>
            <c:strRef>
              <c:f>'[图表 在 鹿笙答辩PPT.pptx]Sheet1'!$A$2:$A$5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'[图表 在 鹿笙答辩PPT.pptx]Sheet1'!$D$2:$D$5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12013408"/>
        <c:axId val="812001256"/>
      </c:barChart>
      <c:catAx>
        <c:axId val="812013408"/>
        <c:scaling>
          <c:orientation val="minMax"/>
        </c:scaling>
        <c:delete val="1"/>
        <c:axPos val="b"/>
        <c:numFmt formatCode="0_);[Red]\(0\)" sourceLinked="0"/>
        <c:majorTickMark val="none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pPr>
          </a:p>
        </c:txPr>
        <c:crossAx val="812001256"/>
        <c:crosses val="autoZero"/>
        <c:auto val="1"/>
        <c:lblAlgn val="ctr"/>
        <c:lblOffset val="100"/>
        <c:noMultiLvlLbl val="0"/>
      </c:catAx>
      <c:valAx>
        <c:axId val="81200125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lang="zh-CN" sz="1600" b="1" i="0" u="none" strike="noStrike" kern="1200" baseline="0">
                <a:solidFill>
                  <a:schemeClr val="bg1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pPr>
          </a:p>
        </c:txPr>
        <c:crossAx val="812013408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2a1e032-50c5-402b-8944-29495f2b5056}"/>
      </c:ext>
    </c:extLst>
  </c:chart>
  <c:spPr>
    <a:noFill/>
    <a:ln>
      <a:noFill/>
    </a:ln>
    <a:effectLst/>
  </c:spPr>
  <c:txPr>
    <a:bodyPr/>
    <a:lstStyle/>
    <a:p>
      <a:pPr>
        <a:defRPr lang="zh-CN">
          <a:latin typeface="IBM Plex Sans" panose="020B0503050203000203" charset="0"/>
          <a:ea typeface="IBM Plex Sans" panose="020B0503050203000203" charset="0"/>
        </a:defRPr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</a:fld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</a:fld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39:13"/>
    </inkml:context>
    <inkml:brush xml:id="br0">
      <inkml:brushProperty name="width" value="0.37042" units="cm"/>
      <inkml:brushProperty name="height" value="0.37042" units="cm"/>
      <inkml:brushProperty name="color" value="#44546a"/>
      <inkml:brushProperty name="fitToCurve" value="1"/>
    </inkml:brush>
  </inkml:definitions>
  <inkml:trace contextRef="#ctx0" brushRef="#br0">22.000 4283.000 68,'-13.000'-3.000'27,"-2.000"3.000"-22,15.000 0.000 17,-5.000 0.000-2,5.000 0.000 0,-4.000 0.000-7,-2.000 0.000-4,6.000 0.000 3,-3.000 0.000 2,3.000 0.000-2,0.000 0.000 7,0.000 0.000-3,0.000 0.000 2,0.000 0.000 0,0.000 0.000 1,0.000 0.000 6,0.000 0.000-5,0.000 0.000-3,0.000 0.000 1,0.000 0.000-1,0.000 0.000 11,0.000 0.000-7,0.000 0.000-3,0.000 0.000 13,0.000 0.000-19,0.000 0.000 12,0.000 0.000 1,0.000 0.000-9,9.000 0.000 7,-5.000 0.000-8,5.000 0.000-2,15.000 0.000 8,-4.000 0.000-8,9.000 0.000 16,9.000 0.000-4,-14.000 0.000-12,-11.000 0.000 6,12.000 0.000-10,-16.000 0.000 7,14.000 0.000 7,2.000 0.000-23,-1.000 0.000 11,-6.000 0.000 5,11.000 0.000-12,-8.000 0.000 5,-9.000 0.000-1,17.000 0.000-1,-1.000 0.000 17,6.000 0.000-22,0.000-5.000 6,-6.000-3.000 4,6.000-1.000-8,10.000-4.000 10,-3.000 2.000-9,-2.000-1.000 1,5.000 2.000 12,2.000-5.000-12,32.000-5.000-4,25.000-15.000 14,84.000-26.000-10,101.000-33.000 9,108.000-26.000 12,128.000-30.000-27,106.000-23.000 0,163.000-20.000 0,143.000-25.000 0,172.000-29.000 0,180.000-25.000 0,159.000-11.000 0,147.000-27.000 0,190.000-25.000 0,179.000-17.000 0,172.000-23.000-90,165.000 18.000-150,96.000 30.000-126,25.000 52.000 142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42:16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2519.000 1091.000 112,'-5.000'0.000'6,"-6.000"0.000"1,11.000 0.000 15,0.000 0.000 2,0.000 0.000-13,0.000 0.000-5,0.000 0.000-1,0.000 0.000 5,0.000-9.000-1,0.000 1.000 0,0.000 2.000 1,0.000 0.000-3,0.000 0.000 4,0.000-2.000-3,4.000-1.000-3,3.000-3.000 1,-4.000 1.000-1,5.000-3.000-5,6.000-9.000 3,-8.000 5.000-3,16.000-5.000 5,-8.000 4.000-5,2.000-5.000 2,2.000-1.000 3,-3.000-7.000-3,18.000-1.000 3,-8.000 2.000 1,-3.000 3.000-5,-2.000 5.000 4,2.000 2.000-3,-6.000 4.000 0,4.000-3.000 4,-2.000-3.000-5,5.000-4.000 4,-4.000 5.000 0,6.000-1.000-3,-3.000 6.000 2,9.000-4.000-3,-4.000-1.000 0,-1.000-3.000 7,6.000 0.000-3,-4.000 0.000-4,6.000 8.000 4,-7.000 0.000-3,6.000-3.000 5,-8.000-4.000-3,8.000-1.000-2,0.000-2.000 7,6.000-2.000-6,2.000 4.000 3,4.000-2.000 2,1.000 2.000-8,-5.000 5.000 5,1.000-3.000-3,3.000 6.000 1,-1.000 1.000 4,0.000-3.000-5,-3.000 5.000 2,-5.000-3.000 1,-8.000 2.000-4,8.000 9.000 5,-11.000-4.000 0,4.000 0.000-5,0.000 1.000 4,-7.000 4.000 2,0.000 3.000-6,0.000-1.000 0,-6.000 0.000-1,7.000 0.000 4,-1.000 1.000 2,7.000 2.000-5,-3.000-4.000 8,-4.000 4.000-5,1.000 0.000-2,-1.000 0.000 5,-4.000 0.000-4,2.000 0.000 4,0.000 0.000-7,2.000 0.000 5,3.000 0.000 4,8.000 0.000-6,-6.000 4.000-3,4.000 1.000 6,-4.000 6.000-5,-1.000-2.000 4,3.000 3.000-3,-4.000-2.000 1,-3.000-4.000 5,4.000 3.000-7,0.000 3.000 7,-14.000-7.000 0,7.000 5.000-6,1.000-2.000 3,-7.000-2.000-2,-2.000 2.000 1,7.000 3.000 2,-8.000-5.000-4,-2.000 2.000 3,6.000 4.000-4,-8.000-5.000 5,0.000 4.000-3,6.000 1.000 0,-5.000-1.000-3,4.000 3.000 6,-5.000 0.000-6,-1.000-2.000 1,6.000-1.000-1,-5.000 1.000 4,-4.000-1.000-1,1.000 1.000-3,4.000-1.000 0,0.000 3.000 0,-4.000 1.000 0,0.000 3.000 0,4.000 1.000 4,-4.000-1.000-1,0.000-4.000-3,-3.000 4.000 0,0.000-4.000 0,0.000-2.000 0,0.000 4.000 0,0.000 5.000 2,0.000-1.000-2,0.000 4.000 2,0.000 1.000 1,0.000-2.000-3,0.000 3.000 0,0.000-3.000 2,0.000-4.000 1,-3.000 2.000-2,0.000-1.000-2,3.000-6.000 2,-10.000 0.000 0,10.000 4.000-1,-6.000-2.000 0,-5.000-1.000 2,8.000-2.000-2,3.000-8.000 2,0.000 1.000-4,-2.000-4.000 4,2.000-2.000 1,0.000 0.000-3,0.000 3.000 0,0.000-3.000 2,-4.000 0.000-2,4.000 0.000 0,0.000 0.000 0,0.000 0.000 2,0.000 0.000 0,0.000 0.000 0,0.000 0.000-2,0.000 0.000 1,0.000 0.000 1,0.000 0.000 2,0.000 0.000-1,0.000 0.000-3,0.000 0.000 11,0.000 0.000-11,0.000 0.000 4,0.000 0.000 1,0.000 0.000-5,0.000 0.000 0,0.000 0.000 0,0.000 0.000 4,0.000 0.000 0,0.000 0.000-4,0.000 3.000 0,0.000-3.000 0,0.000 0.000 0,0.000 0.000 0,9.000 0.000 2,18.000 0.000 5,-5.000 0.000 6,3.000 0.000-13,1.000 0.000 2,12.000 0.000 5,20.000-3.000-5,9.000-12.000 19,7.000 1.000-12,-4.000-1.000-1,4.000 3.000 1,6.000-3.000-9,-11.000 3.000 6,-5.000 3.000 0,-3.000 3.000-2,-7.000 0.000-4,-4.000-2.000 0,6.000 0.000 2,-9.000-1.000 5,5.000 3.000-2,-8.000 4.000 0,-6.000-2.000-3,-6.000 4.000 0,3.000-2.000 0,-2.000 2.000 2,-8.000 0.000-4,0.000 0.000 9,10.000 0.000-7,-9.000 0.000 2,12.000 0.000-1,-9.000 0.000-3,6.000 0.000 3,1.000 0.000 1,-5.000 6.000-4,7.000 0.000 7,-2.000 2.000-7,-11.000 0.000 0,8.000 1.000 2,-5.000 5.000-2,-6.000-5.000 0,8.000 3.000-2,-5.000 3.000 4,-3.000-3.000 0,-2.000 3.000 0,2.000-1.000-2,0.000 4.000 0,0.000 0.000 0,-6.000-4.000 0,0.000 3.000-2,4.000 0.000 2,-9.000 3.000 8,9.000-2.000-8,-1.000 3.000 0,-6.000-7.000 0,-3.000 2.000 2,6.000 5.000-4,-10.000-4.000 2,6.000 6.000 0,-8.000-3.000 7,6.000-2.000-6,-4.000-2.000-1,-2.000 2.000 0,-4.000 1.000 0,2.000 2.000 0,-2.000-1.000 0,0.000 0.000 0,0.000 6.000 8,0.000 1.000-8,0.000-2.000 0,0.000 3.000 0,0.000-4.000 2,0.000-6.000-2,-2.000 4.000 0,-5.000 1.000 0,-4.000-2.000 8,5.000 1.000-8,1.000-3.000 0,-6.000-4.000 0,9.000 0.000 1,-4.000-7.000-2,-2.000-2.000 1,6.000 0.000 0,2.000 0.000 1,-4.000-4.000-1,4.000 2.000 0,0.000-2.000 2,0.000-2.000 0,0.000 0.000-2,0.000 0.000 0,0.000 0.000 0,0.000 0.000 0,0.000 0.000 2,0.000 0.000-2,0.000 0.000 0,0.000 0.000-2,0.000 0.000 0,0.000 0.000 0,0.000 0.000 1,0.000 0.000-3,0.000 0.000-6,4.000 6.000 10,14.000-3.000 0,2.000 3.000 4,2.000 0.000-4,14.000-6.000 0,0.000 2.000 2,-3.000-2.000 6,22.000 0.000-8,-10.000 4.000 0,7.000 1.000 3,-5.000 7.000-1,-3.000 2.000-2,-2.000 1.000 2,0.000 1.000-2,-8.000-1.000 8,-5.000-3.000-8,0.000 3.000 0,0.000-1.000-1,-5.000 8.000 1,6.000-2.000-3,-4.000 7.000 3,-4.000 1.000 0,0.000 1.000 4,0.000 3.000-4,-8.000 2.000 0,4.000 0.000 0,-8.000 3.000 6,6.000 4.000-8,3.000-4.000 2,-6.000 5.000 0,-4.000-5.000 4,5.000 3.000 0,-8.000-1.000-4,0.000-6.000 6,1.000 10.000-6,-4.000-9.000 0,-3.000 3.000 2,0.000 3.000-2,0.000-2.000 10,0.000-6.000-10,0.000 2.000 0,0.000 4.000 4,0.000-7.000-3,-14.000 3.000 3,3.000-2.000-4,-5.000 4.000 0,-10.000 1.000 10,-3.000-2.000-10,0.000 8.000 0,-3.000 2.000 4,-6.000-5.000-2,3.000 9.000-2,-5.000-3.000 0,-10.000-5.000 0,8.000-1.000 2,-2.000-3.000-2,0.000 0.000 0,-8.000 4.000-2,5.000-1.000 4,-15.000-1.000-4,15.000 0.000 2,3.000-6.000-2,-2.000-3.000 0,21.000-7.000-2,2.000-6.000 4,7.000-6.000-2,10.000-2.000 2,-7.000 6.000-2,10.000-9.000 0,3.000-1.000 2,0.000 1.000-2,0.000-6.000 0,0.000 0.000 2,0.000 0.000-2,0.000 0.000-1,0.000 0.000 1,0.000 0.000-4,0.000 0.000 4,0.000 0.000-2,0.000 5.000 4,0.000 5.000 0,20.000-6.000 0,-4.000 6.000 4,2.000-2.000-8,5.000 3.000 6,2.000-2.000-2,14.000 3.000 8,-15.000 0.000-8,10.000-3.000 0,-10.000 4.000 2,2.000 4.000 2,0.000-3.000-4,-11.000 4.000 0,2.000 0.000 0,-1.000 1.000 0,-7.000 2.000 0,7.000 7.000 0,-3.000 1.000 5,-6.000 6.000-3,6.000 2.000 0,-4.000 4.000-2,-7.000 1.000 0,6.000 0.000 6,-8.000 5.000-6,0.000-1.000 0,0.000 4.000 2,-10.000 1.000-2,-10.000 1.000 0,9.000 0.000 0,-9.000-6.000 2,1.000 6.000-2,-4.000-10.000 0,1.000 4.000 0,-4.000 1.000 0,0.000-7.000 6,-2.000 10.000-8,-7.000-11.000 2,-4.000 5.000 0,4.000-8.000 6,10.000-5.000-6,0.000 2.000-2,-11.000 1.000 2,-6.000 3.000 0,1.000-2.000 4,2.000-3.000-4,-5.000 2.000 0,3.000 4.000 2,-10.000-1.000-2,2.000 1.000 0,5.000-1.000 6,-3.000-3.000-4,-9.000-2.000-2,9.000 2.000 0,-10.000-2.000 2,-1.000-3.000 12,-5.000 4.000-14,-8.000-6.000 0,-5.000 5.000 7,-18.000 3.000-7,5.000-3.000 0,-10.000 2.000 0,-4.000-2.000 0,2.000-1.000 2,9.000 1.000-2,-5.000-6.000 0,1.000-1.000 4,-9.000 2.000 0,-6.000-2.000-2,-4.000-2.000-2,-7.000 4.000 0,11.000-5.000 2,6.000-5.000-2,2.000-2.000-2,-9.000-4.000-2,12.000-4.000 6,5.000-7.000-4,-6.000 0.000 2,7.000 0.000 0,12.000 0.000 2,-2.000 0.000-2,1.000-4.000 0,3.000-7.000-2,11.000-4.000 2,-8.000-2.000 0,0.000-7.000 0,4.000-7.000 0,2.000 3.000 0,4.000-7.000 0,1.000 1.000 0,-6.000-1.000 0,12.000 4.000 0,7.000 2.000 0,-3.000 3.000 2,2.000 0.000 0,10.000 3.000 0,2.000-3.000-2,-5.000 0.000 0,5.000 0.000-4,-3.000-5.000 8,-6.000-1.000-4,4.000 4.000 0,-9.000-8.000 2,16.000 5.000 0,-2.000-1.000 0,0.000 4.000-2,1.000 0.000 0,5.000 1.000-2,8.000 1.000 0,3.000 4.000 0,3.000-7.000 2,-5.000 2.000 0,5.000-2.000-2,2.000 1.000-4,11.000-1.000 6,-4.000 4.000-4,10.000-2.000 4,3.000 2.000-2,0.000 2.000 2,0.000 3.000-3,0.000 3.000 1,0.000-1.000 0,0.000-2.000 0,0.000 3.000 4,0.000-9.000-4,14.000 10.000 2,-5.000-9.000 0,-7.000 11.000-2,12.000-1.000 2,-11.000 7.000 0,-3.000 8.000-2,3.000 0.000 4,-3.000 0.000 0,0.000 0.000-2,0.000 0.000 0,0.000 0.000 4,0.000 0.000 1,0.000 0.000-5,0.000 0.000 0,0.000 0.000 0,0.000 0.000 0,0.000 0.000 0,0.000 0.000 0,0.000 0.000 0,0.000 0.000 0,0.000 0.000 0,0.000 0.000 0,11.000 0.000 0,-11.000 0.000 0,0.000 0.000 0,0.000 0.000 0,0.000 0.000 0,0.000 0.000 0,0.000 0.000 0,0.000 0.000-3,0.000 0.000 6,0.000 0.000-3,0.000 0.000 0,0.000 0.000 0,0.000 0.000 0,0.000 0.000 2,0.000 0.000-2,0.000 0.000 0,0.000 0.000 0,0.000 0.000-2,0.000 0.000 2,0.000 0.000 0,0.000 0.000 4,0.000 0.000-4,0.000 0.000 0,0.000 0.000-2,0.000 0.000 6,0.000 0.000-4,0.000 0.000 2,0.000 0.000-2,0.000 0.000 0,0.000 0.000 0,0.000 0.000 0,0.000 0.000 0,0.000 0.000 2,-14.000 0.000-2,-3.000 0.000 0,2.000 3.000 4,-14.000-1.000-8,7.000 1.000 2,-13.000 1.000 2,9.000 2.000-2,-12.000-1.000 4,-4.000 1.000-4,-9.000 2.000 0,-9.000 1.000 0,-3.000 3.000 2,-15.000-4.000-5,-4.000 4.000 3,-12.000-1.000 2,11.000 1.000-6,-5.000-9.000 6,5.000 3.000-4,-1.000-4.000 4,8.000-2.000 0,-2.000 0.000-6,11.000 0.000 6,1.000-8.000 0,3.000-7.000-2,5.000-6.000 0,0.000 5.000-4,0.000-7.000 6,8.000-1.000-2,-2.000 2.000 0,10.000-7.000 0,11.000 2.000 0,-1.000-4.000-2,6.000 0.000 4,4.000 0.000-6,-3.000-6.000 6,-4.000-5.000-2,9.000 1.000 2,1.000-7.000-6,4.000 9.000 6,-4.000-2.000-2,3.000-5.000 0,5.000 11.000-3,6.000-3.000 5,1.000 2.000-2,4.000-8.000-4,-2.000 1.000 4,2.000-5.000 2,0.000-4.000-2,0.000-1.000 0,0.000-4.000 0,0.000 3.000 2,0.000-1.000-2,0.000 9.000 2,8.000-8.000-4,8.000 5.000 4,4.000 2.000-2,2.000-1.000 2,0.000 5.000 0,-3.000 0.000 0,3.000-1.000-4,0.000 5.000 4,2.000-3.000-4,5.000 3.000 4,-4.000 1.000 0,0.000 10.000-4,-6.000 1.000 7,4.000 4.000-3,-10.000 6.000 0,-4.000 3.000-3,2.000 6.000 3,-9.000 4.000 0,-2.000 4.000 0,0.000-2.000-2,0.000 2.000 2,0.000 0.000 0,0.000 0.000 2,0.000 0.000 1,0.000 0.000-3,0.000 0.000 1,0.000 0.000 1,0.000 0.000 4,0.000 0.000-6,0.000 0.000 2,0.000 0.000 6,0.000 0.000-8,0.000 0.000 0,-6.000 0.000 0,-1.000-5.000 4,-6.000-5.000-4,1.000-5.000 0,-8.000-1.000 0,-4.000-10.000-2,-10.000-6.000 4,6.000-5.000-2,-8.000-7.000 0,5.000-1.000-2,2.000-1.000 0,2.000-3.000-4,3.000 3.000 6,8.000 11.000-2,0.000 6.000 2,10.000-3.000 0,-7.000 0.000-4,4.000 1.000 4,-1.000-4.000-2,6.000 4.000 2,4.000-6.000 0,0.000 11.000-2,0.000-6.000 2,0.000-2.000-6,0.000 2.000 6,0.000-2.000-4,0.000-6.000 2,0.000-4.000 2,4.000-8.000-2,15.000-8.000 2,0.000-1.000 0,3.000-2.000-3,12.000 1.000 3,-7.000 6.000-2,6.000 4.000 2,-6.000 7.000 0,9.000 7.000-10,-8.000 4.000 10,14.000 2.000-4,-1.000-3.000 4,14.000-2.000-2,6.000-5.000 1,6.000-1.000 1,-3.000 2.000 0,3.000-3.000-5,-13.000 15.000 5,1.000 4.000 0,-11.000 2.000 0,1.000 5.000-2,-7.000 1.000 2,-2.000 3.000-2,2.000 3.000 2,0.000-7.000 0,4.000 3.000 2,6.000-1.000 0,-5.000-1.000 0,-1.000 3.000-2,-6.000-1.000 4,2.000 3.000-2,-9.000 1.000-2,0.000 2.000 0,-3.000 0.000 4,1.000 3.000-4,-5.000 1.000 2,8.000 0.000 4,-2.000-4.000-6,-5.000 3.000 5,-1.000 0.000-3,7.000-3.000 0,-6.000 3.000 4,2.000 0.000 0,0.000 1.000-6,-5.000 0.000 0,2.000 1.000 0,-3.000 4.000 4,0.000-2.000-4,20.000 2.000 0,-6.000-3.000 6,-2.000 3.000-6,7.000-3.000 0,4.000 3.000 2,2.000 0.000 0,-3.000 0.000 2,1.000 0.000-2,-4.000 0.000-2,-2.000 0.000 2,-8.000 0.000 0,-6.000 0.000-2,-2.000 0.000 0,-1.000 0.000 2,0.000 0.000-4,0.000 0.000 6,-6.000 3.000-6,13.000 0.000 2,-12.000 3.000 0,-1.000-4.000 0,5.000 5.000 0,4.000-6.000 0,-9.000 5.000 4,9.000 0.000-4,-3.000 0.000 0,-3.000 1.000 0,4.000-3.000 0,-5.000 3.000 0,1.000-1.000-2,0.000 2.000 2,-7.000-2.000 0,4.000 2.000 0,0.000 1.000 0,-6.000-4.000-2,-1.000 1.000 2,4.000-3.000 0,-7.000 3.000 0,2.000 0.000 0,-1.000-1.000 6,9.000 1.000-6,-10.000 4.000 0,1.000-2.000 0,3.000-3.000 1,-7.000 5.000-1,3.000-6.000 0,3.000 2.000 2,-4.000 2.000 4,-2.000-4.000-6,4.000-1.000 0,-4.000 2.000 0,0.000 1.000 0,7.000-3.000 0,-4.000 0.000 0,-3.000-1.000 0,2.000-2.000 4,-2.000 4.000-4,0.000-1.000 0,0.000 0.000 0,0.000-1.000 2,0.000 2.000-4,0.000-4.000 2,0.000 2.000 0,0.000 2.000 0,4.000 1.000 4,-4.000-2.000-6,0.000-1.000 2,0.000 1.000 0,0.000-3.000 0,0.000 0.000-2,0.000 6.000 2,0.000-6.000 6,0.000 0.000-6,0.000 6.000 0,0.000 0.000 0,0.000 2.000-2,0.000-2.000-2,0.000 0.000 4,0.000-3.000 0,0.000-1.000 4,0.000-2.000-4,0.000 0.000 2,0.000 0.000-2,0.000 0.000-29,0.000 0.000-88,-26.000 23.000-123,-10.000 14.000-28,5.000-18.000-12</inkml:trace>
  <inkml:trace contextRef="#ctx0" brushRef="#br0">7795.000 4949.000 41,'9.000'-7.000'21,"-5.000"-3.000"-2,10.000 3.000 3,-5.000 4.000-4,-5.000-1.000-4,-4.000 0.000 4,4.000 0.000 0,-4.000 1.000 1,0.000 3.000 9,0.000 0.000-4,0.000 0.000 5,0.000 0.000 2,0.000 0.000-6,0.000 0.000-2,-4.000 0.000-9,-18.000 0.000-8,9.000 0.000 7,-9.000 0.000-8,-5.000 0.000 1,-1.000 0.000 5,-6.000 0.000-3,-15.000 7.000-1,10.000 17.000-4,-10.000 12.000-2,-4.000 8.000 6,10.000 3.000-7,-2.000 9.000 0,10.000 3.000 0,4.000 1.000 4,9.000 3.000-8,-1.000 6.000 4,19.000 2.000 0,-5.000 3.000 0,9.000 3.000 0,0.000-2.000 0,0.000-7.000 3,13.000-9.000-3,14.000-7.000 0,13.000-11.000 3,-1.000-2.000-3,1.000-8.000 4,13.000-11.000-2,14.000-4.000-2,-9.000-11.000 7,11.000-2.000-3,3.000-3.000 5,-2.000 0.000-1,1.000 0.000 7,-1.000-11.000 2,-4.000-17.000-11,1.000-16.000-2,2.000-8.000 4,-15.000-8.000 0,3.000-3.000 0,-3.000-5.000 1,-15.000 1.000 1,10.000-1.000 7,-18.000 9.000-14,9.000 3.000 19,-19.000 13.000-3,1.000 3.000-5,5.000-1.000 6,-4.000-6.000-6,-15.000 11.000 8,-8.000 1.000 6,0.000-9.000-17,0.000-4.000-3,0.000-3.000 1,-8.000-1.000-7,-23.000 4.000 4,1.000 0.000-6,-2.000 12.000 4,-5.000 5.000-4,-1.000 3.000 5,-15.000 8.000-5,-5.000 4.000 8,-17.000 8.000-6,9.000 8.000 2,-14.000 0.000-2,22.000 0.000-2,1.000 0.000 0,23.000 0.000 0,2.000 0.000 0,6.000 0.000 0,4.000 0.000-10,-5.000 0.000 6,14.000 0.000-41,-9.000 0.000-19,-1.000 0.000-26,11.000 0.000-36,-2.000 0.000 11,14.000 5.000 2,0.000 14.000-46</inkml:trace>
  <inkml:trace contextRef="#ctx0" brushRef="#br0">9115.000 5860.000 60,'0.000'-12.000'13,"0.000"-4.000"7,15.000-1.000 8,11.000-2.000-8,4.000-5.000-2,5.000 4.000-3,1.000 2.000 1,8.000-3.000-7,-8.000 9.000 4,-6.000 2.000 3,5.000 1.000-8,10.000 1.000 0,-11.000 0.000 3,20.000-1.000 2,-9.000 5.000-1,2.000-3.000-9,6.000 7.000 11,-7.000 0.000-9,-4.000 0.000 0,8.000 0.000 0,-15.000 0.000 1,18.000 0.000 7,-18.000 15.000-6,5.000 6.000 1,-8.000-2.000 2,-2.000 7.000-1,-4.000-4.000-6,-3.000 6.000 6,-11.000-5.000-3,-7.000 5.000-2,5.000 0.000 5,-10.000 5.000-6,0.000 6.000 12,-15.000 12.000-5,-20.000 6.000 16,-13.000 5.000-11,-6.000-3.000-5,12.000 15.000-2,-16.000-16.000 1,9.000-6.000-6,-1.000-12.000 9,11.000-17.000-10,-6.000-2.000 4,10.000-17.000 0,-13.000 0.000-3,8.000-4.000 6,-5.000 0.000-4,10.000-21.000-3,5.000-22.000 3,-4.000-13.000-5,10.000 0.000 0,2.000 1.000 0,18.000-1.000-2,4.000 12.000 0,0.000-6.000 1,0.000-2.000-4,0.000 2.000 5,18.000 4.000-44,17.000 10.000-39,0.000 12.000-6,18.000 20.000-17,0.000 4.000-56</inkml:trace>
  <inkml:trace contextRef="#ctx0" brushRef="#br0">9340.000 5836.000 21,'0.000'0.000'32,"0.000"0.000"-23,0.000 0.000 12,0.000 0.000-1,0.000 0.000-10,0.000 0.000-1,0.000 0.000 3,0.000 0.000-2,0.000 0.000 3,0.000 0.000 6,0.000 0.000-6,0.000 0.000 4,0.000 0.000 2,0.000 0.000 0,0.000 0.000-6,0.000 0.000-3,0.000 0.000-4,0.000 0.000 2,0.000 0.000-8,0.000 0.000 0,0.000 0.000 0,0.000 0.000 0,0.000 0.000 0,0.000 0.000-22,0.000 0.000-38,19.000 0.000-30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42:37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-6.000 1121.000 17,'0.000'-2.000'33,"0.000"-12.000"-29,0.000 10.000 2,0.000 0.000 3,5.000 0.000-1,-5.000 4.000-2,0.000 0.000-1,10.000 0.000 3,-6.000-4.000 0,-4.000 0.000 1,4.000 0.000 0,-4.000 0.000-5,4.000 1.000 2,-4.000-2.000 0,4.000 5.000 0,10.000-8.000 2,-6.000 0.000-1,0.000-4.000-1,11.000 4.000 3,-14.000-3.000-8,13.000 2.000 2,-14.000-2.000 1,4.000 3.000-4,2.000-5.000 5,-5.000 6.000-1,-2.000-2.000 0,5.000 5.000 2,-8.000 1.000-6,5.000-2.000 2,5.000 5.000 1,2.000-8.000-3,-7.000 5.000 2,5.000-5.000-1,-2.000 0.000 0,0.000-1.000 2,-3.000 3.000-2,12.000 1.000 1,2.000-8.000 3,-11.000 10.000-3,1.000-5.000 2,-6.000 4.000-3,8.000-4.000 2,2.000-5.000-1,-13.000 10.000-1,18.000-8.000 0,-6.000 3.000 2,-12.000 4.000-1,18.000-4.000 2,-13.000-1.000-2,-2.000 7.000 2,16.000-11.000-1,-11.000-3.000-2,10.000 0.000-1,-5.000 0.000 2,9.000 0.000 0,-14.000 4.000-1,7.000 2.000-1,-7.000-1.000 3,-4.000 1.000 0,14.000 2.000-2,-10.000 3.000-1,11.000-3.000 2,-11.000 0.000-2,-3.000 0.000 3,5.000 1.000-1,-2.000-6.000-2,0.000 2.000 1,6.000 6.000-1,-9.000-7.000 0,-2.000 4.000 1,6.000 0.000-1,1.000 0.000 3,-6.000 5.000-2,4.000-2.000 1,-3.000-2.000-2,-1.000 2.000 2,-4.000 2.000-2,15.000-2.000 0,-7.000 2.000 0,-8.000-2.000 2,3.000 2.000-2,-3.000 3.000 0,0.000 0.000 1,0.000 0.000 0,0.000 0.000-1,0.000 0.000 3,0.000 0.000-3,-3.000 0.000-14,-29.000 0.000-15,-7.000 24.000 5,-6.000-1.000 11,-4.000 10.000-6,15.000-2.000 3,-9.000 1.000 6,1.000 9.000 5,-14.000-2.000 4,16.000 8.000-3,-10.000-4.000-1,2.000-7.000 3,27.000-12.000 1,3.000-5.000 0,9.000-10.000 1,-4.000-9.000 1,13.000 0.000-1,0.000 0.000 0,0.000 0.000 0,-5.000 0.000 2,5.000 0.000-2,0.000 0.000 0,0.000 0.000 0,0.000-3.000 4,0.000-13.000 8,18.000-10.000-2,9.000 4.000 2,-11.000-2.000 2,16.000 1.000-7,-1.000 0.000-4,5.000-6.000 4,-16.000 9.000 1,26.000-1.000 2,-20.000-2.000-4,9.000-5.000 1,-4.000 4.000 3,10.000-4.000-5,-2.000 0.000-2,-12.000 9.000 2,3.000-1.000-3,1.000 4.000 2,-5.000-3.000 2,1.000 3.000-5,0.000 0.000 4,-4.000 4.000-5,-15.000 4.000 0,0.000 4.000 3,-8.000 4.000-3,10.000 0.000 4,-10.000 0.000-2,0.000 0.000 1,0.000 0.000 4,-23.000 12.000-6,-25.000 24.000-1,4.000-1.000-1,-5.000 1.000-1,-1.000 7.000 1,8.000-5.000 1,1.000 0.000 0,-2.000-2.000 0,2.000-8.000 0,11.000-5.000-1,17.000-11.000 1,2.000-3.000 0,8.000-9.000 1,3.000 0.000-1,0.000 0.000-2,0.000 0.000 1,0.000 0.000-2,0.000 0.000 1,0.000 0.000 1,0.000-15.000 1,27.000-14.000 10,13.000 1.000 1,-5.000-10.000 1,4.000 2.000 0,10.000-2.000 1,-10.000 2.000-3,10.000 5.000-2,-4.000 6.000-6,-6.000-1.000 11,11.000 0.000-12,-15.000 4.000 4,-1.000 3.000 0,7.000-6.000-1,-20.000 6.000-1,16.000 2.000 2,-21.000 1.000-3,10.000 5.000 5,1.000-2.000-4,-9.000 1.000-2,-1.000 1.000 5,6.000-5.000-2,7.000-2.000-1,-7.000 3.000-1,4.000-1.000 0,-5.000 4.000 2,-6.000 1.000-4,7.000-4.000 1,-1.000 3.000-1,-9.000-1.000 1,5.000 2.000-1,1.000 6.000 0,-11.000 2.000 3,0.000-1.000-1,-3.000 4.000-2,4.000-7.000 0,-1.000-3.000 2,-3.000 3.000-2,8.000 2.000 1,-5.000 2.000-2,2.000-1.000 2,-1.000-2.000-2,4.000-8.000 1,-9.000 6.000 0,15.000-1.000 2,-11.000 6.000-2,-5.000-2.000 3,16.000 2.000-7,-11.000-5.000 8,-3.000 8.000-8,5.000-4.000 5,-6.000-4.000-1,4.000 4.000 0,-8.000 0.000 2,15.000-4.000-2,-4.000 8.000 0,-6.000-3.000 1,5.000-2.000-4,-2.000 1.000 3,-4.000 4.000 0,0.000-4.000 0,10.000 4.000 2,-9.000-4.000-2,3.000 0.000 0,-4.000 0.000 1,-4.000 4.000-2,10.000-3.000 1,-5.000 3.000 0,3.000 0.000 0,-5.000 0.000 0,2.000-5.000 0,9.000 5.000 0,-6.000 0.000 1,-4.000-3.000-2,10.000-2.000 1,-1.000 5.000 0,-13.000 0.000 4,14.000 0.000-4,-6.000 0.000 0,-3.000 0.000-3,9.000 0.000 6,-5.000 0.000-7,-1.000 0.000 5,-8.000-3.000-1,14.000 3.000 0,-6.000-5.000 3,-4.000 5.000-3,15.000 0.000 0,-11.000-4.000 0,-4.000 4.000-3,6.000 0.000 3,-2.000 0.000 0,0.000 0.000 3,-8.000 0.000-3,5.000 0.000-3,-5.000 0.000 3,10.000 0.000 0,-6.000-4.000 0,0.000 4.000 3,-4.000 0.000-3,4.000 0.000 0,-4.000 0.000 0,4.000 0.000 0,7.000 0.000-3,-11.000 0.000 3,8.000 0.000 0,-5.000 0.000 0,2.000 0.000 0,-5.000 0.000 3,0.000 0.000-3,3.000 0.000 0,8.000 0.000 0,-6.000 0.000 0,-2.000 0.000 1,-3.000 0.000-1,5.000 0.000 0,-5.000 0.000-1,3.000 0.000 2,8.000 0.000-1,-11.000 0.000 0,4.000 0.000 0,0.000 0.000 2,0.000 0.000-2,0.000 0.000 0,6.000 0.000 0,-5.000 4.000 0,-5.000 0.000 0,3.000-4.000 0,-3.000 0.000 0,0.000 0.000 3,0.000 0.000-3,0.000 0.000 0,0.000 0.000 4,0.000 0.000-3,0.000 0.000 1,0.000 0.000 5,0.000 0.000-1,-3.000 0.000 4,-28.000 0.000-10,-7.000 0.000 0,4.000 0.000 0,4.000 0.000-3,-10.000 5.000-6,0.000-2.000 3,9.000 5.000 2,-1.000 0.000 3,6.000 0.000-3,-1.000 0.000-1,1.000 1.000-3,-5.000-6.000 5,5.000 0.000-4,-1.000-3.000 2,15.000 5.000 5,-7.000-1.000-4,3.000-4.000 4,2.000 4.000 0,6.000 0.000 2,-7.000-4.000-2,11.000 0.000-3,-8.000 4.000 3,-2.000 0.000 0,4.000 4.000 0,-7.000-8.000 0,8.000 3.000 0,1.000-3.000-1,-6.000 0.000 1,14.000 0.000 0,0.000 0.000-2,0.000 0.000 2,0.000 0.000 0,0.000 0.000-4,0.000 0.000 3,0.000 0.000 0,0.000 0.000-4,0.000 0.000 4,0.000 0.000-8,0.000 0.000 6,0.000 0.000 2,14.000 0.000-4,12.000 0.000 5,1.000 0.000 0,4.000 0.000 0,0.000-11.000 1,0.000 7.000-1,-5.000 4.000 0,1.000-4.000 3,4.000 4.000-2,-19.000 0.000-1,14.000 0.000 0,1.000 0.000 0,-1.000 0.000 1,1.000 0.000-1,1.000 0.000 3,-11.000 0.000-1,-4.000 0.000 0,10.000 0.000-2,-15.000 0.000 1,14.000 0.000 1,-14.000 0.000-3,15.000 8.000 2,-15.000 0.000-1,11.000-5.000 2,-11.000 5.000-1,-5.000-3.000-1,16.000 3.000 2,-14.000 0.000-2,9.000-4.000 0,-10.000 2.000-1,4.000-4.000 1,-4.000 2.000 1,6.000 0.000 2,-2.000-1.000-3,-3.000 2.000 0,-5.000-1.000 1,3.000-1.000-2,-3.000-3.000-1,0.000 0.000 2,0.000 0.000 3,0.000 5.000-2,0.000-5.000-1,0.000 0.000 3,0.000 0.000-3,0.000 0.000 0,0.000 0.000 0,0.000 0.000 1,0.000 0.000 9,0.000 0.000-9,0.000 0.000-1,0.000 0.000-28,-34.000 0.000-56,-1.000 12.000-9,5.000 11.000-27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51:32"/>
    </inkml:context>
    <inkml:brush xml:id="br0">
      <inkml:brushProperty name="width" value="0.46667" units="cm"/>
      <inkml:brushProperty name="height" value="0.46667" units="cm"/>
      <inkml:brushProperty name="color" value="#44546a"/>
      <inkml:brushProperty name="fitToCurve" value="1"/>
    </inkml:brush>
  </inkml:definitions>
  <inkml:trace contextRef="#ctx0" brushRef="#br0">37.000 1374.000 101,'-13.000'-3.000'3,"-4.000"0.000"0,3.000-3.000 24,14.000-3.000-7,0.000-9.000-11,0.000-4.000 1,17.000-1.000 0,3.000-4.000 5,4.000-4.000-5,10.000-2.000 5,-2.000-3.000-6,20.000-12.000 5,0.000-6.000-1,29.000-12.000-6,3.000 0.000 4,12.000-3.000 0,14.000-3.000-4,14.000-1.000 5,20.000 1.000-1,26.000 0.000-4,1.000 12.000-1,6.000 5.000-6,-21.000 17.000 0,-5.000 11.000 0,-10.000 15.000 3,-14.000 12.000-4,-17.000 0.000 1,-23.000 20.000 0,-24.000 20.000 2,1.000 10.000-1,-24.000 2.000 5,-16.000 2.000 7,-15.000 6.000-8,-9.000 4.000 7,-3.000 7.000 3,-44.000 8.000-1,-19.000 8.000-2,-12.000 4.000-9,-12.000-4.000 1,-3.000 5.000 2,-11.000-10.000-5,7.000-10.000 7,17.000-18.000-5,3.000-21.000-2,17.000-17.000 10,16.000-16.000 1,15.000 0.000-3,-5.000-43.000-2,7.000-23.000-6,13.000-24.000-1,14.000-22.000-1,0.000-11.000 1,54.000-9.000-2,30.000 3.000 1,32.000-1.000-1,46.000 1.000 0,35.000-1.000-10,40.000-2.000-23,23.000 15.000-61,21.000 26.000-21,7.000 25.000-94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52:57"/>
    </inkml:context>
    <inkml:brush xml:id="br0">
      <inkml:brushProperty name="width" value="0.37042" units="cm"/>
      <inkml:brushProperty name="height" value="0.37042" units="cm"/>
      <inkml:brushProperty name="color" value="#44546a"/>
      <inkml:brushProperty name="fitToCurve" value="1"/>
    </inkml:brush>
  </inkml:definitions>
  <inkml:trace contextRef="#ctx0" brushRef="#br0">4.000 1241.000 68,'-3.000'-1.000'27,"-2.000"1.000"-22,5.000 0.000 17,-1.000 0.000-2,1.000 0.000 0,-2.000 0.000-7,1.000 0.000-4,1.000 0.000 3,-1.000 0.000 2,1.000 0.000-2,0.000 0.000 7,0.000 0.000-3,0.000 0.000 2,0.000 0.000 0,0.000 0.000 1,0.000 0.000 6,0.000 0.000-5,0.000 0.000-3,0.000 0.000 1,0.000 0.000-1,0.000 0.000 11,0.000 0.000-7,0.000 0.000-3,0.000 0.000 13,0.000 0.000-19,0.000 0.000 12,0.000 0.000 1,0.000 0.000-9,2.000 0.000 7,0.000 0.000-8,0.000 0.000-2,5.000 0.000 8,-1.000 0.000-8,3.000 0.000 16,1.000 0.000-4,-2.000 0.000-12,-5.000 0.000 6,4.000 0.000-10,-4.000 0.000 7,4.000 0.000 7,0.000 0.000-23,0.000 0.000 11,-2.000 0.000 5,4.000 0.000-12,-3.000 0.000 5,-3.000 0.000-1,6.000 0.000-1,-1.000 0.000 17,2.000 0.000-22,-1.000-2.000 6,0.000 0.000 4,0.000 0.000-8,4.000-2.000 10,-1.000 0.000-9,-1.000 1.000 1,2.000 0.000 12,1.000-1.000-12,8.000-2.000-4,8.000-4.000 14,24.000-8.000-10,30.000-9.000 9,30.000-8.000 12,39.000-8.000-27,29.000-7.000 0,48.000-6.000 0,41.000-8.000 0,51.000-7.000 0,51.000-8.000 0,47.000-3.000 0,42.000-7.000 0,55.000-8.000 0,52.000-6.000 0,50.000-5.000-90,48.000 4.000-150,28.000 10.000-126,7.000 14.000 142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0:29"/>
    </inkml:context>
    <inkml:brush xml:id="br0">
      <inkml:brushProperty name="width" value="0.10583" units="cm"/>
      <inkml:brushProperty name="height" value="0.10583" units="cm"/>
      <inkml:brushProperty name="color" value="#44546a"/>
      <inkml:brushProperty name="fitToCurve" value="1"/>
    </inkml:brush>
  </inkml:definitions>
  <inkml:trace contextRef="#ctx0" brushRef="#br0">1627.000 38.000 100,'4.000'-26.000'57,"-4.000"18.000"-47,0.000 8.000 23,-4.000 8.000 9,-11.000-4.000-20,15.000-4.000-7,0.000 0.000 5,0.000 0.000-5,0.000 0.000 1,0.000 0.000-7,0.000 0.000 9,0.000 0.000 6,0.000 0.000-1,0.000 0.000 4,0.000 0.000 5,-8.000 0.000-9,8.000 0.000 6,-4.000 0.000-12,-15.000 0.000 0,11.000 0.000-3,-19.000 0.000-6,0.000 0.000 0,-8.000 0.000 7,-14.000 0.000-13,13.000 0.000 12,10.000 0.000-9,-10.000 0.000 0,5.000 4.000 6,-10.000 16.000-7,6.000 3.000 5,4.000-2.000-2,0.000 4.000-7,0.000-2.000 7,-10.000 8.000-2,5.000 15.000-1,1.000-2.000 3,-10.000 2.000-7,18.000 8.000 4,-4.000-5.000 0,0.000 2.000-2,0.000 1.000 7,0.000 5.000 2,4.000 7.000 0,0.000-4.000 2,0.000 8.000-7,15.000-3.000 0,-7.000-9.000-3,-3.000 20.000 1,9.000-8.000 2,-10.000 0.000-4,11.000 12.000 3,-2.000-3.000 1,-9.000 3.000-4,15.000 8.000 6,-15.000 4.000-1,6.000 0.000-5,-1.000 4.000 12,14.000-3.000-10,-11.000-4.000 3,11.000-5.000 1,0.000-1.000-4,4.000-2.000-1,0.000-5.000-3,0.000-8.000 5,0.000 0.000-1,0.000 13.000-4,0.000-9.000 0,0.000 8.000 7,0.000 0.000-5,0.000-1.000 0,0.000 7.000 0,0.000-6.000 2,0.000 4.000 3,0.000-8.000-6,0.000 4.000 1,0.000-2.000 4,0.000 9.000 0,4.000 1.000-2,0.000 4.000-4,6.000 8.000 3,-5.000 8.000 8,-1.000 5.000-11,-4.000-8.000 5,0.000 3.000 13,8.000-11.000-10,-8.000-10.000-1,0.000 9.000 7,0.000 4.000-6,0.000 1.000 14,0.000 3.000-14,0.000-8.000 3,0.000-3.000-5,0.000-9.000 2,0.000 0.000-2,0.000-4.000 5,0.000 4.000-11,0.000-7.000 0,0.000-1.000 0,0.000 4.000 0,0.000-7.000 0,0.000 2.000 0,0.000 2.000 0,-8.000 7.000 0,-11.000-4.000 0,7.000 5.000 0,-15.000-11.000 0,8.000 4.000 0,7.000-14.000 0,-11.000-16.000 0,0.000 4.000 0,-4.000-10.000 0,7.000 1.000 0,-17.000-7.000 0,6.000-5.000 0,-5.000 2.000 0,10.000-17.000 0,-14.000 4.000 0,-1.000 4.000 0,6.000-7.000 0,0.000 6.000 0,8.000-5.000 0,4.000 0.000 0,0.000-5.000 0,15.000-10.000 0,8.000-3.000 0,-4.000 0.000 0,4.000 0.000 0,0.000 0.000 0,0.000 0.000 0,0.000 0.000 0,0.000 0.000 0,4.000 0.000 0,0.000 0.000 0,0.000 0.000 0,15.000 0.000 0,-11.000 0.000 0,15.000 0.000 0,8.000 0.000 0,4.000 0.000 0,11.000 0.000 0,-15.000 0.000 0,0.000 0.000 0,-5.000 0.000 0,5.000 0.000 0,-4.000 0.000 0,4.000 0.000 0,-4.000 12.000 0,0.000 1.000 0,-4.000 3.000 0,0.000 4.000 0,-11.000-5.000 0,7.000 6.000 0,-11.000 3.000 0,10.000 5.000 0,-5.000 10.000 0,-5.000 1.000 0,11.000 4.000 0,-11.000 4.000 0,11.000 4.000 0,-11.000 9.000 0,10.000-2.000 0,-13.000-10.000 0,-5.000 7.000 0,4.000 0.000 0,0.000-4.000 0,-4.000 12.000 0,10.000-7.000 0,-6.000-1.000 0,-4.000 4.000 0,4.000 4.000 0,1.000-5.000 0,-1.000 10.000 0,10.000-5.000 0,-6.000 1.000 0,-3.000 15.000 0,9.000-8.000 0,-6.000 4.000 0,1.000-4.000 0,5.000-3.000 0,-10.000 3.000 0,0.000 0.000 0,0.000-4.000 0,1.000 9.000 0,5.000-1.000 0,-6.000 4.000 0,-4.000-1.000 0,0.000 14.000 0,0.000-1.000 0,0.000 1.000 0,0.000 7.000 0,0.000 0.000 0,0.000 0.000 0,0.000-7.000 0,0.000-5.000 0,0.000-7.000 0,-4.000-1.000 0,-11.000 1.000 0,7.000 2.000 0,0.000 9.000 0,-7.000 4.000 0,11.000 1.000 0,0.000-1.000 0,-10.000 4.000 0,10.000 0.000 0,-1.000 0.000 0,1.000-3.000 0,0.000-1.000 0,4.000-16.000 0,0.000-1.000 0,0.000 3.000 0,0.000 0.000 0,0.000 4.000 0,0.000-10.000 0,4.000-12.000 0,5.000 1.000 0,9.000-6.000 0,-10.000 7.000 0,11.000-7.000 0,-11.000 1.000 0,11.000-7.000 0,-11.000-1.000 0,-4.000 4.000 0,11.000 0.000 0,-11.000-6.000 0,4.000 4.000 0,0.000-14.000 0,7.000-4.000 0,-11.000-2.000 0,4.000-11.000 0,3.000 13.000 0,-3.000 0.000 0,-4.000-6.000 0,11.000 4.000 0,-7.000-6.000 0,-4.000 4.000 0,15.000-4.000 0,-11.000 6.000 0,0.000-4.000 0,11.000 6.000 0,-15.000 5.000 0,4.000-2.000 0,2.000-6.000 0,-1.000 7.000 0,-5.000-13.000 0,10.000 16.000 0,-5.000-7.000 0,-5.000-2.000 0,0.000 2.000 0,0.000-8.000 0,10.000 0.000 0,-9.000 0.000 0,-1.000-7.000 0,10.000-1.000 0,-6.000-1.000 0,11.000 1.000 0,-11.000 1.000 0,1.000-6.000 0,5.000 2.000 0,-6.000-5.000 0,15.000-1.000 0,-6.000 2.000 0,5.000 3.000 0,1.000 0.000 0,4.000 0.000 0,-15.000-3.000 0,15.000 2.000 0,0.000-7.000 0,4.000 5.000 0,-4.000-2.000 0,4.000 1.000 0,6.000 5.000 0,-16.000-2.000 0,20.000-2.000 0,-10.000 2.000 0,4.000 2.000 0,-8.000 3.000 0,0.000-8.000 0,4.000 4.000 0,-4.000-4.000 0,0.000-1.000 0,0.000 2.000 0,4.000 3.000 0,0.000-9.000 0,-4.000 9.000 0,4.000-4.000 0,0.000 4.000 0,-4.000-3.000 0,-1.000-6.000 0,5.000 6.000 0,-4.000-10.000 0,0.000-3.000 0,-8.000 0.000 0,-11.000 0.000 0,-4.000 0.000 0,-4.000 0.000 0,0.000 0.000 0,0.000 0.000 0,0.000 0.000 0,-27.000 0.000 0,0.000 0.000 0,1.000 0.000-111,-10.000-11.000-165,36.000-69.000-29,0.000 4.000 11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3:40"/>
    </inkml:context>
    <inkml:brush xml:id="br0">
      <inkml:brushProperty name="width" value="0.06667" units="cm"/>
      <inkml:brushProperty name="height" value="0.06667" units="cm"/>
      <inkml:brushProperty name="color" value="#44546a"/>
      <inkml:brushProperty name="fitToCurve" value="1"/>
    </inkml:brush>
  </inkml:definitions>
  <inkml:trace contextRef="#ctx0" brushRef="#br0">-3.000 299.000 3,'0.000'20.000'6,"0.000"-5.000"-6,0.000-7.000 0,3.000-5.000 2,0.000-3.000-2,0.000 0.000 4,0.000 0.000 3,-3.000 0.000-2,2.000 0.000 5,-2.000 0.000-1,0.000 0.000-3,0.000 0.000 2,0.000 0.000-1,0.000 0.000 2,0.000 0.000 0,0.000 0.000 1,0.000 0.000 4,0.000 0.000-4,0.000 0.000 3,0.000 0.000 4,0.000 0.000-3,0.000 0.000 4,0.000 0.000-3,0.000 0.000 1,0.000 0.000 3,0.000 0.000-6,0.000 0.000 2,0.000 0.000 3,0.000 0.000-7,0.000 0.000 7,0.000 0.000 1,0.000 0.000-7,0.000 0.000 3,0.000 0.000-9,0.000 3.000 2,0.000-3.000-1,8.000 0.000-7,-2.000 2.000 5,-1.000-2.000-2,11.000 4.000 2,3.000-4.000 8,-3.000 0.000-6,9.000 0.000 0,0.000 0.000 5,10.000 0.000-3,6.000 0.000-2,0.000 0.000 3,0.000 0.000-7,0.000 0.000 5,-1.000-4.000-7,-2.000 2.000 1,3.000-4.000 4,0.000 3.000-5,0.000-2.000 0,-3.000-1.000 4,0.000 3.000-4,0.000 0.000 6,5.000-2.000-5,1.000-1.000 10,10.000 0.000 0,9.000 0.000-8,0.000 1.000 2,-1.000-1.000 4,4.000-1.000-7,4.000 2.000 8,-4.000 1.000-9,-3.000-2.000 3,-4.000 0.000 3,4.000 0.000-6,0.000 1.000-1,0.000-1.000 1,4.000-2.000 0,-2.000 2.000-1,-2.000-3.000 6,10.000 4.000-6,-7.000-4.000 6,-1.000 3.000-2,11.000 4.000 0,-7.000-3.000-3,10.000 1.000 2,-3.000-1.000-1,-1.000 1.000 1,-9.000-1.000-1,0.000 2.000-1,-3.000 0.000 1,-7.000 1.000-3,-5.000 2.000 0,2.000 0.000 0,-2.000 0.000 0,9.000 0.000 2,0.000 0.000 0,2.000 0.000 7,-2.000 0.000-8,-3.000 0.000-1,-1.000 0.000 7,-2.000 2.000-7,0.000 4.000 8,-8.000-1.000-8,8.000-1.000 5,-1.000 1.000 8,4.000 4.000-12,5.000-4.000 1,11.000 1.000 2,-7.000 0.000-2,13.000-4.000 11,0.000 4.000-8,-11.000-3.000 1,5.000 0.000 10,-4.000 3.000-14,-9.000-1.000 0,-1.000 1.000-2,1.000-1.000 4,-3.000 0.000 5,9.000 2.000-9,-3.000-2.000 8,7.000-1.000 5,-8.000-4.000-13,1.000 0.000 0,0.000 0.000 6,0.000 0.000-4,-4.000 0.000 7,-2.000 0.000-7,3.000 0.000 10,-3.000 0.000 0,3.000 0.000-11,3.000 0.000 3,-1.000 0.000 6,14.000 0.000-7,-7.000 0.000 13,13.000-12.000-10,-1.000-2.000 7,1.000 3.000 5,-3.000 2.000-14,5.000 0.000 6,5.000 3.000 4,-1.000-2.000-11,16.000-1.000 17,9.000 4.000-16,-6.000-4.000 4,10.000 4.000 5,-17.000 2.000-13,-9.000 3.000 0,-5.000 0.000 0,-4.000 0.000 2,-8.000 0.000 10,12.000 0.000-12,-12.000 0.000 2,8.000 0.000 6,-6.000 0.000-4,3.000 0.000-4,0.000 6.000 8,2.000 0.000-6,-5.000-5.000 4,-1.000 3.000-6,1.000 0.000 4,-3.000-3.000 11,-8.000-1.000-15,-2.000 6.000-2,-6.000-3.000 0,3.000 0.000 4,-1.000 0.000 10,-2.000-1.000-12,-4.000 2.000 2,4.000-2.000 4,0.000 1.000-3,-8.000-3.000-3,2.000 0.000 0,-7.000 3.000 0,-3.000-3.000 0,6.000 0.000 0,4.000 3.000 0,-2.000-3.000 0,11.000 0.000 0,0.000 0.000 0,0.000 0.000 0,3.000 0.000 0,7.000 0.000 0,-8.000 0.000 0,1.000 0.000 0,-3.000 0.000 0,-3.000 0.000 0,0.000 3.000 0,-11.000-3.000 0,14.000 0.000 0,0.000 2.000 0,0.000-2.000 0,19.000 4.000 0,-8.000 1.000 0,8.000-2.000 0,-3.000 5.000 0,3.000-3.000 0,-8.000 2.000 0,-1.000-2.000 0,-7.000 3.000 0,-3.000 1.000 0,5.000-3.000 0,-5.000 2.000 0,3.000-2.000 0,0.000 0.000 0,4.000 5.000 0,-1.000-5.000 0,-1.000 2.000 0,8.000-2.000 0,-7.000-3.000 0,0.000 0.000 0,9.000-3.000 0,-2.000 0.000 0,-7.000 0.000 0,3.000 0.000 0,4.000 0.000 0,5.000 0.000 0,1.000 0.000 0,3.000 0.000 0,-11.000 0.000 0,18.000 0.000 0,-7.000 0.000 0,-3.000 0.000 0,3.000 0.000 0,2.000 0.000 0,-5.000 0.000 0,3.000 0.000 0,-1.000 0.000 0,17.000 0.000 0,-10.000-3.000 0,-1.000 3.000 0,8.000-3.000 0,-3.000 3.000 0,-7.000 0.000 0,-4.000 0.000 0,1.000 0.000 0,-3.000 0.000 0,-8.000 0.000 0,-1.000 0.000 0,-1.000 0.000 0,4.000 0.000 0,-4.000 6.000 0,6.000-4.000 0,10.000 2.000 0,-6.000-4.000 0,5.000 0.000 0,-5.000 0.000 0,13.000 0.000 0,-4.000 0.000 0,7.000 0.000 0,-11.000 0.000 0,4.000 0.000 0,4.000 0.000 0,-11.000 0.000 0,7.000-12.000 0,7.000 4.000 0,3.000-7.000 0,2.000-1.000 0,4.000 1.000 0,-6.000 1.000 0,-14.000 0.000 0,1.000 3.000 0,-9.000 0.000 0,-5.000-1.000 0,-1.000 1.000 0,-4.000-1.000 0,0.000-2.000 0,-7.000 3.000 0,11.000-3.000 0,-10.000 3.000 0,-7.000 2.000 0,-2.000-2.000 0,-4.000 2.000 0,-4.000-3.000 0,-2.000 7.000 0,-3.000-4.000 0,-3.000 4.000 0,0.000-1.000 0,-7.000 3.000 0,7.000-2.000 0,-10.000-1.000 0,2.000 0.000 0,0.000-2.000 0,0.000 2.000 0,-5.000 5.000 0,3.000-4.000 0,1.000 2.000 0,2.000 1.000 0,-9.000-1.000 0,6.000 0.000 0,-3.000-3.000 0,-3.000 4.000 0,3.000 0.000 0,-3.000-2.000 0,2.000 2.000 0,9.000-2.000 0,-8.000 4.000 0,-1.000-5.000 0,-2.000 2.000 0,-3.000 3.000 0,-4.000-3.000 0,1.000 3.000 0,3.000 0.000 0,-4.000 0.000 0,1.000 0.000 0,3.000-3.000 0,3.000 3.000 0,6.000 0.000 0,-3.000 0.000 0,0.000 0.000 0,-3.000 0.000 0,0.000 0.000 0,-3.000 0.000 0,-5.000 0.000 0,0.000 0.000 0,-6.000 0.000 0,9.000 0.000 0,-12.000 0.000 0,4.000 0.000 0,5.000 0.000 0,-11.000 0.000 0,0.000 0.000 0,0.000 0.000 0,0.000-5.000 0,-35.000 2.000-48,-12.000 3.000-184,-26.000 0.000-43,4.000 14.000 76,-26.000 30.000-3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3:44"/>
    </inkml:context>
    <inkml:brush xml:id="br0">
      <inkml:brushProperty name="width" value="0.06667" units="cm"/>
      <inkml:brushProperty name="height" value="0.06667" units="cm"/>
      <inkml:brushProperty name="color" value="#44546a"/>
      <inkml:brushProperty name="fitToCurve" value="1"/>
    </inkml:brush>
  </inkml:definitions>
  <inkml:trace contextRef="#ctx0" brushRef="#br0">-1.000 174.000 88,'0.000'0.000'111,"3.000"0.000"-96,-3.000-6.000 15,0.000 6.000 13,0.000-2.000-15,3.000 2.000-12,4.000 0.000-9,2.000 0.000-2,7.000 0.000-2,3.000 0.000 2,3.000 0.000 26,-6.000 0.000-7,-7.000 0.000 9,7.000 0.000 1,-10.000 0.000-4,10.000 0.000 4,-3.000 0.000-3,6.000 0.000-11,3.000 0.000 12,3.000 0.000-16,-1.000 0.000 6,11.000 0.000 2,-7.000-4.000-8,7.000 1.000 3,0.000 3.000 2,-7.000-1.000-16,7.000-3.000 20,-10.000 4.000-6,10.000-2.000-3,-10.000-2.000-1,-1.000 2.000-5,9.000-1.000 3,-9.000 1.000 5,8.000-5.000-16,-1.000 5.000 21,7.000-4.000-13,0.000 3.000 2,0.000 3.000 4,6.000 0.000-14,13.000-2.000 13,8.000 2.000 27,8.000 0.000-33,-4.000 0.000 9,7.000 0.000-14,0.000 0.000 0,-2.000 0.000 3,18.000 0.000-7,-8.000 0.000 0,8.000 0.000 0,-1.000 0.000 0,4.000 0.000 0,-11.000 0.000 0,1.000 0.000 0,0.000 0.000 0,-7.000 0.000 0,-2.000 0.000 0,-13.000 0.000 0,10.000 2.000 0,-7.000 1.000 0,-1.000 0.000 0,8.000-3.000 0,-10.000 3.000 0,16.000-1.000 0,-14.000 1.000 0,1.000 3.000 0,10.000-1.000 0,0.000 1.000 0,-10.000-1.000 0,9.000 2.000 0,1.000-5.000 0,-1.000 4.000 0,6.000 0.000 0,6.000-3.000 0,0.000 0.000 0,-2.000 2.000 0,7.000-5.000 0,-8.000 3.000 0,1.000-3.000 0,13.000 0.000 0,-1.000 0.000 0,4.000 0.000 0,0.000 0.000 0,-11.000 0.000 0,-5.000 0.000 0,-6.000 0.000 0,-6.000 0.000 0,-16.000 0.000 0,-8.000 3.000 0,-5.000 12.000 0,4.000-8.000 0,-4.000 8.000 0,-3.000-4.000 0,0.000 3.000 0,-6.000 0.000 0,-5.000-2.000 0,5.000 2.000 0,3.000 0.000 0,-7.000 0.000 0,7.000 3.000 0,3.000-8.000 0,-3.000-1.000 0,2.000-2.000 0,1.000 0.000 0,10.000-2.000 0,-4.000 0.000 0,10.000-4.000 0,9.000 0.000 0,12.000 0.000 0,7.000 0.000 0,29.000 0.000 0,5.000-4.000 0,7.000-6.000 0,15.000-4.000 0,-15.000-1.000 0,-1.000 4.000 0,-8.000 2.000 0,-3.000 4.000 0,-5.000 5.000 0,-5.000 0.000 0,-6.000 0.000 0,-3.000 0.000 0,-11.000 0.000 0,4.000 0.000 0,-2.000 0.000 0,-4.000 5.000 0,-14.000 1.000 0,5.000 0.000 0,-10.000 2.000 0,0.000-2.000 0,-4.000 0.000 0,1.000-3.000 0,-3.000 2.000 0,-1.000-2.000 0,-5.000 0.000 0,6.000-3.000 0,-14.000 3.000 0,1.000-3.000 0,-6.000 6.000 0,3.000-4.000 0,-13.000 4.000 0,4.000 0.000 0,-7.000-1.000 0,7.000-2.000 0,-5.000 2.000 0,8.000 1.000 0,-7.000 0.000 0,13.000 0.000 0,7.000-4.000 0,-1.000 1.000 0,2.000-3.000 0,11.000 0.000 0,7.000 0.000 0,-7.000 0.000 0,3.000 0.000 0,6.000 0.000 0,4.000 0.000 0,-2.000 0.000 0,5.000 0.000 0,11.000 0.000 0,5.000-5.000 0,-4.000-1.000 0,10.000 3.000 0,-3.000 0.000 0,2.000-3.000 0,-9.000 1.000 0,7.000-1.000 0,-5.000 2.000 0,-5.000-4.000 0,-9.000 6.000 0,0.000 0.000 0,-8.000-2.000 0,2.000 4.000 0,-7.000 0.000 0,-13.000 0.000 0,6.000 0.000 0,-5.000 0.000 0,-7.000 0.000 0,0.000 0.000 0,0.000-2.000 0,-3.000-1.000 0,-6.000 3.000 0,6.000 0.000 0,-4.000-3.000 0,4.000 3.000 0,0.000-3.000 0,6.000 3.000 0,4.000-3.000 0,-7.000 1.000 0,13.000-1.000 0,-5.000-3.000 0,8.000 3.000 0,0.000 0.000 0,3.000 1.000 0,-1.000-7.000 0,11.000 4.000 0,-10.000 1.000 0,10.000 4.000 0,-10.000 0.000 0,15.000 0.000 0,4.000 0.000 0,-3.000 0.000 0,3.000-5.000 0,-1.000 2.000 0,1.000 3.000 0,-10.000-6.000 0,-2.000 2.000 0,-5.000 3.000 0,8.000-2.000 0,-10.000 3.000 0,-3.000-3.000 0,0.000 3.000 0,-11.000 0.000 0,11.000 0.000 0,0.000 0.000 0,6.000 0.000 0,4.000 0.000 0,-11.000-6.000 0,13.000-2.000 0,-5.000 0.000 0,-4.000-4.000 0,0.000 7.000 0,-4.000-4.000 0,1.000 4.000 0,0.000-1.000 0,3.000-3.000 0,0.000 6.000 0,-4.000-2.000 0,4.000 0.000 0,-3.000-4.000 0,-3.000 0.000 0,-5.000 1.000 0,8.000-7.000 0,-3.000 2.000 0,0.000 1.000 0,0.000 3.000 0,-7.000 4.000 0,4.000-1.000 0,-5.000 1.000 0,8.000 0.000 0,0.000-5.000 0,3.000 2.000 0,0.000-4.000 0,2.000 1.000 0,11.000-3.000 0,-10.000 5.000 0,0.000-2.000 0,-6.000 5.000 0,-8.000 4.000 0,2.000-4.000 0,-10.000 3.000 0,0.000 0.000 0,-10.000 0.000 0,1.000 1.000 0,6.000 2.000 0,-5.000-3.000 0,8.000 3.000 0,4.000 0.000 0,-1.000 0.000 0,0.000 0.000 0,10.000 0.000 0,-10.000-3.000 0,-3.000 0.000 0,5.000 3.000 0,-2.000 0.000 0,7.000 0.000 0,-1.000 0.000 0,-2.000 0.000 0,-4.000 0.000 0,-4.000 0.000 0,4.000 0.000 0,3.000 0.000 0,1.000 0.000 0,-4.000 0.000 0,-6.000 0.000 0,3.000 0.000 0,-11.000 0.000 0,5.000 0.000 0,9.000 0.000 0,10.000 0.000 0,3.000 0.000 0,-4.000 0.000 0,1.000 0.000 0,0.000 0.000 0,-14.000 0.000 0,4.000 0.000 0,-3.000 0.000 0,-3.000 0.000 0,-7.000 0.000 0,4.000 0.000 0,-8.000 0.000 0,5.000 0.000 0,-7.000 0.000 0,-3.000 0.000 0,0.000 3.000 0,-3.000 0.000 0,0.000 0.000 0,-3.000-1.000 0,3.000 1.000 0,-3.000-3.000 0,-7.000 6.000 0,4.000-4.000 0,3.000 4.000 0,-1.000-6.000 0,4.000 4.000 0,-3.000-4.000 0,-3.000 0.000 0,-5.000 2.000 0,3.000 2.000 0,0.000-2.000 0,0.000 1.000 0,-3.000-1.000 0,3.000-2.000 0,-6.000 3.000 0,1.000-3.000 0,4.000 0.000 0,-1.000 0.000 0,1.000 3.000 0,-10.000-3.000 0,6.000 0.000 0,-3.000 3.000 0,-3.000-3.000 0,0.000 0.000 0,0.000 0.000 0,0.000 0.000 0,0.000 0.000 0,0.000 0.000 0,3.000 0.000 0,-3.000 0.000 0,7.000 0.000 0,-7.000 0.000 0,3.000 0.000 0,0.000 0.000 0,-3.000 2.000 0,0.000-2.000 0,0.000 0.000 0,0.000 0.000 0,0.000 0.000 0,3.000 0.000 0,-3.000 0.000 0,3.000 0.000 0,-3.000 0.000 0,0.000 0.000 0,0.000 0.000 0,0.000 0.000 0,0.000 0.000 0,-6.000 3.000 0,-13.000 3.000 0,6.000 0.000-29,-2.000 2.000-250,15.000 7.000-59,0.000-7.000 44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42:16"/>
    </inkml:context>
    <inkml:brush xml:id="br0">
      <inkml:brushProperty name="width" value="0.21352" units="cm"/>
      <inkml:brushProperty name="height" value="0.21352" units="cm"/>
      <inkml:brushProperty name="color" value="#44546a"/>
      <inkml:brushProperty name="fitToCurve" value="1"/>
    </inkml:brush>
    <inkml:brush xml:id="br1">
      <inkml:brushProperty name="width" value="0.21353" units="cm"/>
      <inkml:brushProperty name="height" value="0.21353" units="cm"/>
      <inkml:brushProperty name="color" value="#44546a"/>
      <inkml:brushProperty name="fitToCurve" value="1"/>
    </inkml:brush>
  </inkml:definitions>
  <inkml:trace contextRef="#ctx0" brushRef="#br0">3343.000 1477.000 112,'-6.000'0.000'6,"-8.000"0.000"1,14.000 0.000 15,0.000 0.000 2,0.000 0.000-13,0.000 0.000-5,0.000 0.000-1,0.000 0.000 5,0.000-11.000-1,0.000 1.000 0,0.000 2.000 1,0.000 1.000-3,0.000-1.000 4,0.000-2.000-3,5.000-1.000-3,4.000-4.000 1,-6.000 1.000-1,7.000-4.000-5,8.000-11.000 3,-10.000 7.000-3,19.000-7.000 5,-9.000 5.000-5,2.000-7.000 2,3.000 0.000 3,-4.000-10.000-3,22.000 0.000 3,-9.000 2.000 1,-5.000 3.000-5,-1.000 8.000 4,1.000 1.000-3,-6.000 6.000 0,4.000-5.000 4,-3.000-3.000-5,7.000-5.000 4,-5.000 7.000 0,8.000-2.000-3,-4.000 7.000 2,11.000-4.000-3,-5.000-2.000 0,-2.000-4.000 7,9.000 1.000-3,-6.000-1.000-4,8.000 11.000 4,-9.000 0.000-3,7.000-5.000 5,-9.000-4.000-3,10.000-1.000-2,-1.000-3.000 7,8.000-3.000-6,3.000 6.000 3,5.000-4.000 2,1.000 4.000-8,-7.000 6.000 5,2.000-4.000-3,4.000 7.000 1,-2.000 2.000 4,1.000-4.000-5,-5.000 7.000 2,-5.000-5.000 1,-11.000 3.000-4,10.000 12.000 5,-13.000-6.000 0,4.000 0.000-5,1.000 2.000 4,-9.000 5.000 2,-1.000 3.000-6,1.000 0.000 0,-8.000-1.000-1,9.000 0.000 4,-1.000 1.000 2,9.000 3.000-5,-5.000-5.000 8,-4.000 5.000-5,1.000 0.000-2,-1.000 0.000 5,-6.000 0.000-4,4.000 0.000 4,-1.000 0.000-7,3.000 0.000 5,3.000 0.000 4,11.000 0.000-6,-8.000 5.000-3,5.000 2.000 6,-5.000 7.000-5,-2.000-3.000 4,5.000 4.000-3,-5.000-2.000 1,-5.000-6.000 5,6.000 5.000-7,0.000 3.000 7,-18.000-9.000 0,9.000 7.000-6,1.000-3.000 3,-9.000-3.000-2,-2.000 3.000 1,9.000 4.000 2,-10.000-6.000-4,-3.000 2.000 3,7.000 5.000-4,-9.000-6.000 5,-1.000 5.000-3,9.000 1.000 0,-8.000-1.000-3,6.000 3.000 6,-6.000 1.000-6,-2.000-3.000 1,8.000-1.000-1,-7.000 1.000 4,-4.000-1.000-1,1.000 1.000-3,5.000-1.000 0,-1.000 4.000 0,-4.000 0.000 0,0.000 5.000 0,5.000 1.000 4,-5.000-1.000-1,-1.000-6.000-3,-3.000 6.000 0,0.000-5.000 0,0.000-3.000 0,0.000 5.000 0,0.000 7.000 2,0.000-2.000-2,0.000 5.000 2,0.000 2.000 1,0.000-3.000-3,0.000 3.000 0,0.000-3.000 2,0.000-5.000 1,-3.000 3.000-2,-1.000-2.000-2,4.000-7.000 2,-13.000-1.000 0,13.000 6.000-1,-7.000-3.000 0,-7.000-1.000 2,10.000-3.000-2,4.000-9.000 2,0.000 0.000-4,-3.000-4.000 4,3.000-3.000 1,0.000 0.000-3,0.000 4.000 0,0.000-4.000 2,-5.000 0.000-2,5.000 0.000 0,0.000 0.000 0,0.000 0.000 2,0.000 0.000 0,0.000 0.000 0,0.000 0.000-2,0.000 0.000 1,0.000 0.000 1,0.000 0.000 2,0.000 0.000-1,0.000 0.000-3,0.000 0.000 11,0.000 0.000-11,0.000 0.000 4,0.000 0.000 1,0.000 0.000-5,0.000 0.000 0,0.000 0.000 0,0.000 0.000 4,0.000 0.000 0,0.000 0.000-4,0.000 3.000 0,0.000-3.000 0,0.000 0.000 0,0.000 0.000 0,12.000 0.000 2,22.000 0.000 5,-6.000 0.000 6,3.000 0.000-13,2.000 0.000 2,15.000 0.000 5,25.000-3.000-5,11.000-16.000 19,9.000 1.000-12,-4.000-1.000-1,4.000 4.000 1,8.000-4.000-9,-14.000 4.000 6,-7.000 4.000 0,-3.000 3.000-2,-9.000 0.000-4,-5.000-2.000 0,8.000 0.000 2,-12.000-1.000 5,6.000 3.000-2,-9.000 6.000 0,-8.000-3.000-3,-8.000 5.000 0,4.000-3.000 0,-2.000 3.000 2,-11.000 0.000-4,1.000 0.000 9,12.000 0.000-7,-11.000 0.000 2,15.000 0.000-1,-12.000 0.000-3,8.000 0.000 3,2.000 0.000 1,-7.000 8.000-4,8.000-1.000 7,-1.000 4.000-7,-15.000-1.000 0,11.000 1.000 2,-7.000 7.000-2,-7.000-7.000 0,10.000 4.000-2,-7.000 4.000 4,-3.000-4.000 0,-3.000 4.000 0,3.000-1.000-2,0.000 4.000 0,-1.000 1.000 0,-7.000-5.000 0,1.000 3.000-2,4.000 1.000 2,-11.000 3.000 8,11.000-3.000-8,-1.000 5.000 0,-8.000-9.000 0,-3.000 2.000 2,7.000 6.000-4,-12.000-4.000 2,7.000 7.000 0,-10.000-4.000 7,7.000-2.000-6,-4.000-3.000-1,-3.000 2.000 0,-5.000 2.000 0,2.000 3.000 0,-2.000-2.000 0,0.000 0.000 0,0.000 8.000 8,0.000 1.000-8,0.000-2.000 0,0.000 3.000 0,0.000-5.000 2,0.000-7.000-2,-2.000 5.000 0,-7.000 1.000 0,-5.000-3.000 8,7.000 2.000-8,0.000-4.000 0,-7.000-5.000 0,12.000-1.000 1,-6.000-7.000-2,-2.000-4.000 1,8.000 1.000 0,2.000-1.000 1,-5.000-4.000-1,5.000 2.000 0,0.000-3.000 2,0.000-2.000 0,0.000 0.000-2,0.000 0.000 0,0.000 0.000 0,0.000 0.000 0,0.000 0.000 2,0.000 0.000-2,0.000 0.000 0,0.000 0.000-2,0.000 0.000 0,0.000 0.000 0,0.000 0.000 1,0.000 0.000-3,0.000 0.000-6,5.000 8.000 10,17.000-4.000 0,4.000 3.000 4,1.000 1.000-4,19.000-8.000 0,-1.000 2.000 2,-3.000-2.000 6,27.000 0.000-8,-12.000 5.000 0,8.000 2.000 3,-6.000 8.000-1,-3.000 2.000-2,-3.000 2.000 2,0.000 2.000-2,-10.000-3.000 8,-7.000-2.000-8,1.000 2.000 0,-1.000 0.000-1,-6.000 10.000 1,8.000-3.000-3,-5.000 9.000 3,-5.000 1.000 0,-1.000 2.000 4,1.000 3.000-4,-10.000 3.000 0,4.000 0.000 0,-9.000 4.000 6,7.000 4.000-8,4.000-4.000 2,-7.000 6.000 0,-6.000-6.000 4,7.000 3.000 0,-11.000-1.000-4,1.000-7.000 6,0.000 12.000-6,-4.000-11.000 0,-4.000 3.000 2,0.000 5.000-2,0.000-3.000 10,0.000-8.000-10,0.000 3.000 0,0.000 5.000 4,0.000-9.000-3,-17.000 4.000 3,3.000-3.000-4,-6.000 6.000 0,-13.000 0.000 10,-4.000-2.000-10,1.000 10.000 0,-5.000 3.000 4,-6.000-6.000-2,2.000 10.000-2,-5.000-3.000 0,-13.000-6.000 0,10.000-2.000 2,-2.000-3.000-2,-1.000 0.000 0,-9.000 4.000-2,5.000 0.000 4,-18.000-2.000-4,19.000 0.000 2,4.000-7.000-2,-3.000-4.000 0,26.000-9.000-2,3.000-8.000 4,9.000-7.000-2,13.000-3.000 2,-10.000 8.000-2,13.000-11.000 0,4.000-2.000 2,0.000 2.000-2,0.000-8.000 0,0.000 0.000 2,0.000 0.000-2,0.000 0.000-1,0.000 0.000 1,0.000 0.000-4,0.000 0.000 4,0.000 0.000-2,0.000 6.000 4,0.000 6.000 0,26.000-6.000 0,-6.000 6.000 4,2.000-2.000-8,7.000 4.000 6,3.000-3.000-2,17.000 5.000 8,-19.000-1.000-8,13.000-4.000 0,-13.000 5.000 2,3.000 6.000 2,0.000-4.000-4,-14.000 4.000 0,2.000 1.000 0,-1.000 1.000 0,-8.000 2.000 0,8.000 10.000 0,-4.000 0.000 5,-7.000 8.000-3,7.000 3.000 0,-4.000 5.000-2,-10.000 1.000 0,8.000-1.000 6,-10.000 8.000-6,0.000-2.000 0,0.000 5.000 2,-12.000 1.000-2,-13.000 2.000 0,11.000-1.000 0,-11.000-7.000 2,1.000 8.000-2,-5.000-13.000 0,1.000 5.000 0,-5.000 1.000 0,0.000-9.000 6,-2.000 13.000-8,-9.000-14.000 2,-5.000 7.000 0,5.000-11.000 6,12.000-6.000-6,1.000 3.000-2,-15.000 1.000 2,-7.000 3.000 0,2.000-1.000 4,2.000-5.000-4,-7.000 3.000 0,5.000 5.000 2,-14.000-2.000-2,4.000 2.000 0,5.000-1.000 6,-3.000-4.000-4,-12.000-3.000-2,12.000 3.000 0,-13.000-3.000 2,-1.000-3.000 12,-6.000 4.000-14,-11.000-7.000 0,-5.000 7.000 7,-24.000 3.000-7,7.000-4.000 0,-13.000 3.000 0,-4.000-3.000 0,1.000 0.000 2,12.000 0.000-2,-6.000-7.000 0,1.000-2.000 4,-11.000 3.000 0,-8.000-2.000-2,-5.000-3.000-2,-9.000 5.000 0,14.000-7.000 2,8.000-5.000-2,2.000-3.000-2,-11.000-5.000-2,15.000-6.000 6,7.000-8.000-4,-9.000 0.000 2,10.000 0.000 0,15.000 0.000 2,-3.000 0.000-2,1.000-5.000 0,4.000-8.000-2,14.000-6.000 2,-10.000-3.000 0,0.000-8.000 0,5.000-9.000 0,3.000 4.000 0,4.000-10.000 0,2.000 3.000 0,-7.000-2.000 0,14.000 4.000 0,9.000 4.000 0,-3.000 3.000 2,2.000 0.000 0,12.000 4.000 0,3.000-3.000-2,-6.000-1.000 0,6.000 0.000-4,-4.000-6.000 8,-7.000-1.000-4,5.000 4.000 0,-12.000-9.000 2,21.000 6.000 0,-3.000-1.000 0,0.000 4.000-2,1.000 1.000 0,7.000 1.000-2,10.000 1.000 0,3.000 5.000 0,5.000-8.000 2,-7.000 2.000 0,6.000-3.000-2,3.000 2.000-4,13.000-2.000 6,-4.000 6.000-4,12.000-3.000 4,4.000 2.000-2,0.000 3.000 2,0.000 4.000-3,0.000 4.000 1,0.000-2.000 0,0.000-2.000 0,0.000 3.000 4,0.000-10.000-4,18.000 11.000 2,-7.000-10.000 0,-8.000 13.000-2,14.000-1.000 2,-13.000 9.000 0,-4.000 10.000-2,4.000 0.000 4,-4.000 0.000 0,0.000 0.000-2,0.000 0.000 0,0.000 0.000 4,0.000 0.000 1,0.000 0.000-5,0.000 0.000 0,0.000 0.000 0,0.000 0.000 0,0.000 0.000 0,0.000 0.000 0,0.000 0.000 0,0.000 0.000 0,0.000 0.000 0,0.000 0.000 0,14.000 0.000 0,-14.000 0.000 0,0.000 0.000 0,0.000 0.000 0,0.000 0.000 0,0.000 0.000 0,0.000 0.000 0,0.000 0.000-3,0.000 0.000 6,0.000 0.000-3,0.000 0.000 0,0.000 0.000 0,0.000 0.000 0,0.000 0.000 2,0.000 0.000-2,0.000 0.000 0,0.000 0.000 0,0.000 0.000-2,0.000 0.000 2,0.000 0.000 0,0.000 0.000 4,0.000 0.000-4,0.000 0.000 0,0.000 0.000-2,0.000 0.000 6,0.000 0.000-4,0.000 0.000 2,0.000 0.000-2,0.000 0.000 0,0.000 0.000 0,0.000 0.000 0,0.000 0.000 0,0.000 0.000 2,-18.000 0.000-2,-3.000 0.000 0,2.000 4.000 4,-18.000-1.000-8,9.000 0.000 2,-16.000 2.000 2,12.000 3.000-2,-16.000-2.000 4,-5.000 2.000-4,-11.000 2.000 0,-12.000 1.000 0,-3.000 4.000 2,-20.000-5.000-5,-4.000 6.000 3,-15.000-3.000 2,13.000 3.000-6,-6.000-13.000 6,6.000 5.000-4,0.000-6.000 4,9.000-2.000 0,-2.000 0.000-6,13.000 0.000 6,2.000-10.000 0,4.000-9.000-2,6.000-7.000 0,-1.000 6.000-4,1.000-9.000 6,10.000-1.000-2,-2.000 2.000 0,12.000-9.000 0,14.000 3.000 0,-1.000-5.000-2,7.000 0.000 4,5.000 0.000-6,-3.000-8.000 6,-6.000-6.000-2,12.000 2.000 2,1.000-10.000-6,5.000 12.000 6,-5.000-3.000-2,4.000-6.000 0,6.000 14.000-3,8.000-4.000 5,1.000 3.000-2,5.000-10.000-4,-3.000 0.000 4,3.000-5.000 2,0.000-6.000-2,0.000-1.000 0,0.000-4.000 0,0.000 3.000 2,0.000-2.000-2,0.000 12.000 2,10.000-10.000-4,10.000 6.000 4,6.000 3.000-2,1.000-1.000 2,1.000 5.000 0,-4.000 1.000 0,4.000-1.000-4,-1.000 6.000 4,4.000-4.000-4,5.000 4.000 4,-4.000 1.000 0,-1.000 12.000-4,-7.000 2.000 7,5.000 5.000-3,-12.000 8.000 0,-6.000 3.000-3,3.000 8.000 3,-12.000 5.000 0,-2.000 5.000 0,0.000-2.000-2,0.000 2.000 2,0.000 0.000 0,0.000 0.000 2,0.000 0.000 1,0.000 0.000-3,0.000 0.000 1,0.000 0.000 1,0.000 0.000 4,0.000 0.000-6,0.000 0.000 2,0.000 0.000 6,0.000 0.000-8,0.000 0.000 0,-7.000 0.000 0,-2.000-7.000 4,-8.000-5.000-4,2.000-7.000 0,-10.000-1.000 0,-5.000-13.000-2,-13.000-8.000 4,8.000-5.000-2,-11.000-10.000 0,7.000 0.000-2,3.000-2.000 0,2.000-4.000-4,4.000 4.000 6,9.000 14.000-2,1.000 7.000 2,13.000-3.000 0,-10.000 0.000-4,6.000 0.000 4,-2.000-4.000-2,8.000 5.000 2,5.000-7.000 0,0.000 13.000-2,0.000-7.000 2,0.000-3.000-6,0.000 2.000 6,0.000-2.000-4,0.000-7.000 2,0.000-5.000 2,5.000-11.000-2,19.000-10.000 2,0.000-1.000 0,4.000-2.000-3,15.000 1.000 3,-9.000 7.000-2,7.000 6.000 2,-7.000 8.000 0,12.000 9.000-10,-11.000 5.000 10,18.000 3.000-4,-1.000-4.000 4,17.000-3.000-2,8.000-6.000 1,7.000-1.000 1,-3.000 2.000 0,3.000-3.000-5,-16.000 18.000 5,2.000 6.000 0,-15.000 2.000 0,2.000 6.000-2,-9.000 2.000 2,-3.000 3.000-2,3.000 4.000 2,0.000-8.000 0,5.000 3.000 2,7.000-2.000 0,-6.000 0.000 0,-1.000 3.000-2,-7.000-1.000 4,2.000 4.000-2,-12.000 1.000-2,1.000 3.000 0,-5.000 0.000 4,2.000 3.000-4,-6.000 2.000 2,10.000 0.000 4,-3.000-6.000-6,-6.000 5.000 5,-1.000-1.000-3,8.000-3.000 0,-7.000 3.000 4,3.000 1.000 0,-1.000 0.000-6,-5.000 1.000 0,1.000 1.000 0,-3.000 5.000 4,0.000-3.000-4,25.000 3.000 0,-7.000-3.000 6,-3.000 3.000-6,9.000-4.000 0,5.000 4.000 2,2.000 0.000 0,-3.000 0.000 2,1.000 0.000-2,-5.000 0.000-2,-3.000 0.000 2,-10.000 0.000 0,-7.000 0.000-2,-3.000 0.000 0,-1.000 0.000 2,0.000 0.000-4,0.000 0.000 6,-8.000 4.000-6,17.000-1.000 2,-15.000 5.000 0,-2.000-5.000 0,7.000 5.000 0,5.000-6.000 0,-12.000 5.000 4,12.000 1.000-4,-4.000-1.000 0,-4.000 2.000 0,5.000-4.000 0,-6.000 4.000 0,1.000-1.000-2,0.000 2.000 2,-8.000-3.000 0,4.000 3.000 0,0.000 2.000 0,-7.000-6.000-2,-1.000 2.000 2,4.000-5.000 0,-8.000 5.000 0,2.000-1.000 0,-1.000 0.000 6,12.000 0.000-6,-13.000 6.000 0,1.000-3.000 0,4.000-4.000 1,-9.000 7.000-1,3.000-8.000 0,5.000 3.000 2,-6.000 2.000 4,-2.000-5.000-6,5.000-2.000 0,-5.000 4.000 0,0.000 0.000 0,9.000-3.000 0,-5.000 0.000 0,-4.000-2.000 0,3.000-2.000 4,-3.000 5.000-4,0.000-1.000 0,0.000 0.000 0,0.000-1.000 2,0.000 2.000-4,0.000-5.000 2,0.000 2.000 0,0.000 3.000 0,5.000 1.000 4,-5.000-2.000-6,0.000-1.000 2,0.000 1.000 0,0.000-4.000 0,0.000 0.000-2,0.000 7.000 2,0.000-7.000 6,0.000 0.000-6,0.000 8.000 0,0.000-1.000 0,0.000 3.000-2,0.000-2.000-2,0.000-1.000 4,0.000-3.000 0,0.000-1.000 4,0.000-3.000-4,0.000 0.000 2,0.000 0.000-2,0.000 0.000-29,0.000 0.000-88,-33.000 29.000-123,-13.000 17.000-28,7.000-22.000-12</inkml:trace>
  <inkml:trace contextRef="#ctx0" brushRef="#br0">9991.000 6341.000 41,'11.000'-9.000'21,"-6.000"-4.000"-2,13.000 4.000 3,-7.000 6.000-4,-6.000-2.000-4,-5.000-1.000 4,5.000 1.000 0,-5.000 2.000 1,0.000 3.000 9,0.000 0.000-4,0.000 0.000 5,0.000 0.000 2,0.000 0.000-6,0.000 0.000-2,-5.000 0.000-9,-23.000 0.000-8,12.000 0.000 7,-12.000 0.000-8,-6.000 0.000 1,-1.000 0.000 5,-8.000 0.000-3,-19.000 8.000-1,13.000 23.000-4,-12.000 14.000-2,-6.000 11.000 6,13.000 3.000-7,-3.000 11.000 0,13.000 5.000 0,5.000 0.000 4,11.000 5.000-8,-1.000 7.000 4,24.000 2.000 0,-6.000 5.000 0,11.000 3.000 0,0.000-3.000 0,0.000-8.000 3,16.000-12.000-3,18.000-8.000 0,16.000-14.000 3,0.000-3.000-3,0.000-10.000 4,17.000-14.000-2,17.000-5.000-2,-11.000-14.000 7,14.000-2.000-3,4.000-4.000 5,-3.000 0.000-1,2.000 0.000 7,-2.000-14.000 2,-5.000-21.000-11,1.000-20.000-2,3.000-11.000 4,-19.000-10.000 0,4.000-3.000 0,-4.000-7.000 1,-19.000 2.000 1,13.000-2.000 7,-23.000 12.000-14,12.000 3.000 19,-25.000 17.000-3,2.000 4.000-5,6.000-2.000 6,-5.000-7.000-6,-19.000 13.000 8,-10.000 2.000 6,0.000-11.000-17,0.000-6.000-3,0.000-3.000 1,-10.000-2.000-7,-29.000 6.000 4,1.000-1.000-6,-2.000 16.000 4,-7.000 6.000-4,-1.000 4.000 5,-19.000 9.000-5,-6.000 6.000 8,-21.000 10.000-6,11.000 10.000 2,-18.000 0.000-2,28.000 0.000-2,1.000 0.000 0,29.000 0.000 0,3.000 0.000 0,7.000 0.000 0,5.000 0.000-10,-6.000 0.000 6,18.000 0.000-41,-12.000 0.000-19,-1.000 0.000-26,14.000 0.000-36,-3.000 0.000 11,18.000 6.000 2,0.000 18.000-46</inkml:trace>
  <inkml:trace contextRef="#ctx0" brushRef="#br0">11654.000 7489.000 60,'0.000'-15.000'13,"0.000"-5.000"7,19.000-2.000 8,14.000-2.000-8,4.000-6.000-2,7.000 5.000-3,2.000 2.000 1,9.000-3.000-7,-9.000 11.000 4,-9.000 2.000 3,8.000 2.000-8,11.000 1.000 0,-13.000-1.000 3,25.000 0.000 2,-11.000 6.000-1,2.000-4.000-9,8.000 9.000 11,-9.000 0.000-9,-5.000 0.000 0,10.000 0.000 0,-19.000 0.000 1,23.000 0.000 7,-23.000 19.000-6,6.000 8.000 1,-10.000-3.000 2,-2.000 8.000-1,-5.000-4.000-6,-4.000 7.000 6,-14.000-6.000-3,-9.000 7.000-2,7.000-1.000 5,-13.000 7.000-6,0.000 7.000 12,-19.000 15.000-5,-25.000 8.000 16,-16.000 6.000-11,-9.000-4.000-5,17.000 20.000-2,-22.000-21.000 1,13.000-8.000-6,-2.000-14.000 9,14.000-22.000-10,-8.000-3.000 4,13.000-21.000 0,-17.000 0.000-3,11.000-5.000 6,-7.000 0.000-4,13.000-26.000-3,6.000-28.000 3,-5.000-17.000-5,13.000 0.000 0,2.000 2.000 0,23.000-2.000-2,5.000 16.000 0,0.000-8.000 1,0.000-3.000-4,0.000 3.000 5,23.000 5.000-44,21.000 13.000-39,0.000 15.000-6,23.000 25.000-17,0.000 5.000-56</inkml:trace>
  <inkml:trace contextRef="#ctx0" brushRef="#br0">11937.000 7459.000 21,'0.000'0.000'32,"0.000"0.000"-23,0.000 0.000 12,0.000 0.000-1,0.000 0.000-10,0.000 0.000-1,0.000 0.000 3,0.000 0.000-2,0.000 0.000 3,0.000 0.000 6,0.000 0.000-6,0.000 0.000 4,0.000 0.000 2,0.000 0.000 0,0.000 0.000-6,0.000 0.000-3,0.000 0.000-4,0.000 0.000 2,0.000 0.000-8,0.000 0.000 0,0.000 0.000 0,0.000 0.000 0,0.000 0.000 0,0.000 0.000-22,0.000 0.000-38,24.000 0.000-30</inkml:trace>
  <inkml:trace contextRef="#ctx0" brushRef="#br1">3364.000 1520.000 17,'0.000'-2.000'33,"0.000"-16.000"-29,0.000 13.000 2,0.000 0.000 3,6.000 0.000-1,-6.000 5.000-2,0.000 0.000-1,13.000 0.000 3,-8.000-5.000 0,-5.000 0.000 1,5.000 0.000 0,-5.000 0.000-5,5.000 1.000 2,-5.000-2.000 0,5.000 6.000 0,12.000-10.000 2,-6.000 0.000-1,-1.000-6.000-1,14.000 6.000 3,-18.000-4.000-8,17.000 3.000 2,-18.000-3.000 1,5.000 4.000-4,2.000-6.000 5,-5.000 7.000-1,-4.000-2.000 0,7.000 6.000 2,-10.000 1.000-6,7.000-3.000 2,5.000 7.000 1,3.000-10.000-3,-8.000 7.000 2,5.000-7.000-1,-2.000-1.000 0,0.000 0.000 2,-3.000 4.000-2,14.000 0.000 1,3.000-9.000 3,-14.000 12.000-3,2.000-6.000 2,-9.000 5.000-3,11.000-5.000 2,3.000-7.000-1,-17.000 14.000-1,22.000-11.000 0,-7.000 4.000 2,-15.000 5.000-1,23.000-5.000 2,-17.000-2.000-2,-2.000 10.000 2,20.000-15.000-1,-14.000-3.000-2,13.000 0.000-1,-7.000 0.000 2,12.000 0.000 0,-18.000 5.000-1,9.000 2.000-1,-9.000-1.000 3,-5.000 1.000 0,18.000 3.000-2,-13.000 4.000-1,14.000-4.000 2,-14.000 0.000-2,-4.000 0.000 3,7.000 1.000-1,-3.000-7.000-2,0.000 2.000 1,8.000 7.000-1,-12.000-8.000 0,-2.000 5.000 1,7.000 0.000-1,2.000 0.000 3,-8.000 6.000-2,5.000-2.000 1,-4.000-3.000-2,-1.000 3.000 2,-5.000 2.000-2,19.000-2.000 0,-9.000 2.000 0,-10.000-2.000 2,4.000 2.000-2,-4.000 4.000 0,0.000 0.000 1,0.000 0.000 0,0.000 0.000-1,0.000 0.000 3,0.000 0.000-3,-4.000 0.000-14,-36.000 0.000-15,-9.000 30.000 5,-8.000-1.000 11,-5.000 13.000-6,19.000-3.000 3,-11.000 1.000 6,1.000 12.000 5,-17.000-3.000 4,19.000 10.000-3,-12.000-5.000-1,3.000-8.000 3,33.000-16.000 1,5.000-6.000 0,10.000-13.000 1,-4.000-11.000 1,16.000 0.000-1,0.000 0.000 0,0.000 0.000 0,-6.000 0.000 2,6.000 0.000-2,0.000 0.000 0,0.000 0.000 0,0.000-3.000 4,0.000-18.000 8,22.000-11.000-2,12.000 4.000 2,-14.000-2.000 2,21.000 1.000-7,-2.000 0.000-4,6.000-8.000 4,-20.000 12.000 1,33.000-2.000 2,-25.000-2.000-4,11.000-6.000 1,-5.000 5.000 3,13.000-5.000-5,-3.000-1.000-2,-15.000 12.000 2,4.000-1.000-3,1.000 5.000 2,-6.000-4.000 2,1.000 4.000-5,0.000 0.000 4,-5.000 5.000-5,-19.000 4.000 0,0.000 6.000 3,-10.000 5.000-3,12.000 0.000 4,-12.000 0.000-2,0.000 0.000 1,0.000 0.000 4,-29.000 16.000-6,-31.000 29.000-1,5.000-1.000-1,-7.000 1.000-1,-1.000 10.000 1,10.000-7.000 1,1.000-1.000 0,-2.000-1.000 0,2.000-11.000 0,15.000-6.000-1,20.000-14.000 1,3.000-3.000 0,11.000-12.000 1,3.000 0.000-1,0.000 0.000-2,0.000 0.000 1,0.000 0.000-2,0.000 0.000 1,0.000 0.000 1,0.000-19.000 1,34.000-18.000 10,16.000 2.000 1,-6.000-13.000 1,5.000 3.000 0,13.000-3.000 1,-13.000 2.000-3,13.000 7.000-2,-5.000 8.000-6,-8.000-2.000 11,14.000 0.000-12,-19.000 5.000 4,-1.000 4.000 0,8.000-7.000-1,-24.000 7.000-1,19.000 3.000 2,-25.000 0.000-3,11.000 7.000 5,2.000-2.000-4,-11.000 1.000-2,-2.000 1.000 5,8.000-6.000-2,9.000-3.000-1,-9.000 4.000-1,5.000-1.000 0,-6.000 5.000 2,-8.000 1.000-4,9.000-5.000 1,-1.000 4.000-1,-12.000-1.000 1,7.000 2.000-1,1.000 8.000 0,-14.000 2.000 3,0.000-1.000-1,-4.000 5.000-2,6.000-9.000 0,-2.000-4.000 2,-4.000 4.000-2,10.000 3.000 1,-6.000 2.000-2,3.000-1.000 2,-2.000-2.000-2,6.000-11.000 1,-12.000 8.000 0,19.000-1.000 2,-14.000 7.000-2,-6.000-2.000 3,19.000 2.000-7,-12.000-6.000 8,-5.000 10.000-8,6.000-5.000 5,-6.000-5.000-1,4.000 5.000 0,-10.000 0.000 2,18.000-6.000-2,-4.000 11.000 0,-7.000-3.000 1,5.000-4.000-4,-2.000 2.000 3,-5.000 5.000 0,0.000-5.000 0,13.000 5.000 2,-12.000-5.000-2,4.000 0.000 0,-5.000 0.000 1,-5.000 5.000-2,13.000-4.000 1,-7.000 4.000 0,4.000 0.000 0,-6.000 0.000 0,3.000-6.000 0,10.000 6.000 0,-7.000 0.000 1,-5.000-4.000-2,13.000-2.000 1,-2.000 6.000 0,-16.000 0.000 4,18.000 0.000-4,-8.000 0.000 0,-4.000 0.000-3,12.000 0.000 6,-7.000 0.000-7,-1.000 0.000 5,-10.000-4.000-1,18.000 4.000 0,-8.000-6.000 3,-5.000 6.000-3,19.000 0.000 0,-14.000-5.000 0,-5.000 5.000-3,8.000 0.000 3,-3.000 0.000 0,0.000 0.000 3,-10.000 0.000-3,6.000 0.000-3,-6.000 0.000 3,13.000 0.000 0,-8.000-5.000 0,0.000 5.000 3,-5.000 0.000-3,5.000 0.000 0,-5.000 0.000 0,5.000 0.000 0,9.000 0.000-3,-14.000 0.000 3,10.000 0.000 0,-6.000 0.000 0,2.000 0.000 0,-6.000 0.000 3,0.000 0.000-3,4.000 0.000 0,10.000 0.000 0,-8.000 0.000 0,-2.000 0.000 1,-4.000 0.000-1,6.000 0.000 0,-6.000 0.000-1,4.000 0.000 2,10.000 0.000-1,-14.000 0.000 0,5.000 0.000 0,0.000 0.000 2,0.000 0.000-2,0.000 0.000 0,7.000 0.000 0,-5.000 5.000 0,-7.000 0.000 0,4.000-5.000 0,-4.000 0.000 0,0.000 0.000 3,0.000 0.000-3,0.000 0.000 0,0.000 0.000 4,0.000 0.000-3,0.000 0.000 1,0.000 0.000 5,0.000 0.000-1,-4.000 0.000 4,-35.000 0.000-10,-9.000 0.000 0,5.000 0.000 0,5.000 0.000-3,-12.000 6.000-6,-1.000-2.000 3,12.000 6.000 2,-1.000 0.000 3,7.000 0.000-3,-1.000 0.000-1,1.000 2.000-3,-6.000-9.000 5,7.000 1.000-4,-2.000-4.000 2,19.000 7.000 5,-9.000-2.000-4,3.000-5.000 4,4.000 5.000 0,7.000 0.000 2,-9.000-5.000-2,14.000 0.000-3,-10.000 5.000 3,-3.000 0.000 0,5.000 5.000 0,-8.000-10.000 0,10.000 4.000 0,1.000-4.000-1,-8.000 0.000 1,18.000 0.000 0,0.000 0.000-2,0.000 0.000 2,0.000 0.000 0,0.000 0.000-4,0.000 0.000 3,0.000 0.000 0,0.000 0.000-4,0.000 0.000 4,0.000 0.000-8,0.000 0.000 6,0.000 0.000 2,18.000 0.000-4,14.000 0.000 5,2.000 0.000 0,5.000 0.000 0,0.000-14.000 1,1.000 9.000-1,-8.000 5.000 0,2.000-5.000 3,5.000 5.000-2,-24.000 0.000-1,18.000 0.000 0,1.000 0.000 0,-1.000 0.000 1,1.000 0.000-1,1.000 0.000 3,-13.000 0.000-1,-6.000 0.000 0,13.000 0.000-2,-19.000 0.000 1,18.000 0.000 1,-18.000 0.000-3,19.000 10.000 2,-19.000 0.000-1,14.000-6.000 2,-14.000 6.000-1,-6.000-4.000-1,20.000 4.000 2,-18.000 0.000-2,12.000-5.000 0,-13.000 3.000-1,5.000-6.000 1,-5.000 3.000 1,7.000 0.000 2,-1.000-1.000-3,-5.000 2.000 0,-6.000 0.000 1,4.000-3.000-2,-4.000-3.000-1,0.000 0.000 2,0.000 0.000 3,0.000 7.000-2,0.000-7.000-1,0.000 0.000 3,0.000 0.000-3,0.000 0.000 0,0.000 0.000 0,0.000 0.000 1,0.000 0.000 9,0.000 0.000-9,0.000 0.000-1,0.000 0.000-28,-43.000 0.000-56,-1.000 15.000-9,6.000 14.000-27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43:08"/>
    </inkml:context>
    <inkml:brush xml:id="br0">
      <inkml:brushProperty name="width" value="0.46667" units="cm"/>
      <inkml:brushProperty name="height" value="0.46667" units="cm"/>
      <inkml:brushProperty name="color" value="#44546a"/>
      <inkml:brushProperty name="fitToCurve" value="1"/>
    </inkml:brush>
  </inkml:definitions>
  <inkml:trace contextRef="#ctx0" brushRef="#br0">37.000 1374.000 101,'-13.000'-3.000'3,"-4.000"0.000"0,3.000-3.000 24,14.000-3.000-7,0.000-9.000-11,0.000-4.000 1,17.000-1.000 0,3.000-4.000 5,4.000-4.000-5,10.000-2.000 5,-2.000-3.000-6,20.000-12.000 5,0.000-6.000-1,29.000-12.000-6,3.000 0.000 4,12.000-3.000 0,14.000-3.000-4,14.000-1.000 5,20.000 1.000-1,26.000 0.000-4,1.000 12.000-1,6.000 5.000-6,-21.000 17.000 0,-5.000 11.000 0,-10.000 15.000 3,-14.000 12.000-4,-17.000 0.000 1,-23.000 20.000 0,-24.000 20.000 2,1.000 10.000-1,-24.000 2.000 5,-16.000 2.000 7,-15.000 6.000-8,-9.000 4.000 7,-3.000 7.000 3,-44.000 8.000-1,-19.000 8.000-2,-12.000 4.000-9,-12.000-4.000 1,-3.000 5.000 2,-11.000-10.000-5,7.000-10.000 7,17.000-18.000-5,3.000-21.000-2,17.000-17.000 10,16.000-16.000 1,15.000 0.000-3,-5.000-43.000-2,7.000-23.000-6,13.000-24.000-1,14.000-22.000-1,0.000-11.000 1,54.000-9.000-2,30.000 3.000 1,32.000-1.000-1,46.000 1.000 0,35.000-1.000-10,40.000-2.000-23,23.000 15.000-61,21.000 26.000-21,7.000 25.000-94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36:07"/>
    </inkml:context>
    <inkml:brush xml:id="br0">
      <inkml:brushProperty name="width" value="0.46667" units="cm"/>
      <inkml:brushProperty name="height" value="0.46667" units="cm"/>
      <inkml:brushProperty name="color" value="#44546a"/>
      <inkml:brushProperty name="fitToCurve" value="1"/>
    </inkml:brush>
  </inkml:definitions>
  <inkml:trace contextRef="#ctx0" brushRef="#br0">37.000 1374.000 101,'-13.000'-3.000'3,"-4.000"0.000"0,3.000-3.000 24,14.000-3.000-7,0.000-9.000-11,0.000-4.000 1,17.000-1.000 0,3.000-4.000 5,4.000-4.000-5,10.000-2.000 5,-2.000-3.000-6,20.000-12.000 5,0.000-6.000-1,29.000-12.000-6,3.000 0.000 4,12.000-3.000 0,14.000-3.000-4,14.000-1.000 5,20.000 1.000-1,26.000 0.000-4,1.000 12.000-1,6.000 5.000-6,-21.000 17.000 0,-5.000 11.000 0,-10.000 15.000 3,-14.000 12.000-4,-17.000 0.000 1,-23.000 20.000 0,-24.000 20.000 2,1.000 10.000-1,-24.000 2.000 5,-16.000 2.000 7,-15.000 6.000-8,-9.000 4.000 7,-3.000 7.000 3,-44.000 8.000-1,-19.000 8.000-2,-12.000 4.000-9,-12.000-4.000 1,-3.000 5.000 2,-11.000-10.000-5,7.000-10.000 7,17.000-18.000-5,3.000-21.000-2,17.000-17.000 10,16.000-16.000 1,15.000 0.000-3,-5.000-43.000-2,7.000-23.000-6,13.000-24.000-1,14.000-22.000-1,0.000-11.000 1,54.000-9.000-2,30.000 3.000 1,32.000-1.000-1,46.000 1.000 0,35.000-1.000-10,40.000-2.000-23,23.000 15.000-61,21.000 26.000-21,7.000 25.000-94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39:13"/>
    </inkml:context>
    <inkml:brush xml:id="br0">
      <inkml:brushProperty name="width" value="0.37042" units="cm"/>
      <inkml:brushProperty name="height" value="0.37042" units="cm"/>
      <inkml:brushProperty name="color" value="#44546a"/>
      <inkml:brushProperty name="fitToCurve" value="1"/>
    </inkml:brush>
  </inkml:definitions>
  <inkml:trace contextRef="#ctx0" brushRef="#br0">22.000 4283.000 68,'-13.000'-3.000'27,"-2.000"3.000"-22,15.000 0.000 17,-5.000 0.000-2,5.000 0.000 0,-4.000 0.000-7,-2.000 0.000-4,6.000 0.000 3,-3.000 0.000 2,3.000 0.000-2,0.000 0.000 7,0.000 0.000-3,0.000 0.000 2,0.000 0.000 0,0.000 0.000 1,0.000 0.000 6,0.000 0.000-5,0.000 0.000-3,0.000 0.000 1,0.000 0.000-1,0.000 0.000 11,0.000 0.000-7,0.000 0.000-3,0.000 0.000 13,0.000 0.000-19,0.000 0.000 12,0.000 0.000 1,0.000 0.000-9,9.000 0.000 7,-5.000 0.000-8,5.000 0.000-2,15.000 0.000 8,-4.000 0.000-8,9.000 0.000 16,9.000 0.000-4,-14.000 0.000-12,-11.000 0.000 6,12.000 0.000-10,-16.000 0.000 7,14.000 0.000 7,2.000 0.000-23,-1.000 0.000 11,-6.000 0.000 5,11.000 0.000-12,-8.000 0.000 5,-9.000 0.000-1,17.000 0.000-1,-1.000 0.000 17,6.000 0.000-22,0.000-5.000 6,-6.000-3.000 4,6.000-1.000-8,10.000-4.000 10,-3.000 2.000-9,-2.000-1.000 1,5.000 2.000 12,2.000-5.000-12,32.000-5.000-4,25.000-15.000 14,84.000-26.000-10,101.000-33.000 9,108.000-26.000 12,128.000-30.000-27,106.000-23.000 0,163.000-20.000 0,143.000-25.000 0,172.000-29.000 0,180.000-25.000 0,159.000-11.000 0,147.000-27.000 0,190.000-25.000 0,179.000-17.000 0,172.000-23.000-90,165.000 18.000-150,96.000 30.000-126,25.000 52.000 142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51:32"/>
    </inkml:context>
    <inkml:brush xml:id="br0">
      <inkml:brushProperty name="width" value="0.46667" units="cm"/>
      <inkml:brushProperty name="height" value="0.46667" units="cm"/>
      <inkml:brushProperty name="color" value="#44546a"/>
      <inkml:brushProperty name="fitToCurve" value="1"/>
    </inkml:brush>
  </inkml:definitions>
  <inkml:trace contextRef="#ctx0" brushRef="#br0">37.000 1374.000 101,'-13.000'-3.000'3,"-4.000"0.000"0,3.000-3.000 24,14.000-3.000-7,0.000-9.000-11,0.000-4.000 1,17.000-1.000 0,3.000-4.000 5,4.000-4.000-5,10.000-2.000 5,-2.000-3.000-6,20.000-12.000 5,0.000-6.000-1,29.000-12.000-6,3.000 0.000 4,12.000-3.000 0,14.000-3.000-4,14.000-1.000 5,20.000 1.000-1,26.000 0.000-4,1.000 12.000-1,6.000 5.000-6,-21.000 17.000 0,-5.000 11.000 0,-10.000 15.000 3,-14.000 12.000-4,-17.000 0.000 1,-23.000 20.000 0,-24.000 20.000 2,1.000 10.000-1,-24.000 2.000 5,-16.000 2.000 7,-15.000 6.000-8,-9.000 4.000 7,-3.000 7.000 3,-44.000 8.000-1,-19.000 8.000-2,-12.000 4.000-9,-12.000-4.000 1,-3.000 5.000 2,-11.000-10.000-5,7.000-10.000 7,17.000-18.000-5,3.000-21.000-2,17.000-17.000 10,16.000-16.000 1,15.000 0.000-3,-5.000-43.000-2,7.000-23.000-6,13.000-24.000-1,14.000-22.000-1,0.000-11.000 1,54.000-9.000-2,30.000 3.000 1,32.000-1.000-1,46.000 1.000 0,35.000-1.000-10,40.000-2.000-23,23.000 15.000-61,21.000 26.000-21,7.000 25.000-94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fld id="{3F17CDBF-85AD-434C-8603-A28338294D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fld id="{C1B8FE26-C869-4925-9C4B-CD835726406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IBM Plex Sans" panose="020B0503050203000203" charset="0"/>
        <a:ea typeface="IBM Plex Sans" panose="020B0503050203000203" charset="0"/>
        <a:cs typeface="IBM Plex Sans" panose="020B0503050203000203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IBM Plex Sans" panose="020B0503050203000203" charset="0"/>
        <a:ea typeface="IBM Plex Sans" panose="020B0503050203000203" charset="0"/>
        <a:cs typeface="IBM Plex Sans" panose="020B0503050203000203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IBM Plex Sans" panose="020B0503050203000203" charset="0"/>
        <a:ea typeface="IBM Plex Sans" panose="020B0503050203000203" charset="0"/>
        <a:cs typeface="IBM Plex Sans" panose="020B0503050203000203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IBM Plex Sans" panose="020B0503050203000203" charset="0"/>
        <a:ea typeface="IBM Plex Sans" panose="020B0503050203000203" charset="0"/>
        <a:cs typeface="IBM Plex Sans" panose="020B0503050203000203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IBM Plex Sans" panose="020B0503050203000203" charset="0"/>
        <a:ea typeface="IBM Plex Sans" panose="020B0503050203000203" charset="0"/>
        <a:cs typeface="IBM Plex Sans" panose="020B0503050203000203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iagBrick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.png"/><Relationship Id="rId7" Type="http://schemas.openxmlformats.org/officeDocument/2006/relationships/customXml" Target="../ink/ink4.xml"/><Relationship Id="rId6" Type="http://schemas.openxmlformats.org/officeDocument/2006/relationships/image" Target="../media/image3.png"/><Relationship Id="rId5" Type="http://schemas.openxmlformats.org/officeDocument/2006/relationships/customXml" Target="../ink/ink3.xml"/><Relationship Id="rId4" Type="http://schemas.openxmlformats.org/officeDocument/2006/relationships/image" Target="../media/image2.png"/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.xml"/><Relationship Id="rId4" Type="http://schemas.openxmlformats.org/officeDocument/2006/relationships/image" Target="../media/image6.png"/><Relationship Id="rId3" Type="http://schemas.openxmlformats.org/officeDocument/2006/relationships/customXml" Target="../ink/ink6.xml"/><Relationship Id="rId2" Type="http://schemas.openxmlformats.org/officeDocument/2006/relationships/image" Target="../media/image5.png"/><Relationship Id="rId1" Type="http://schemas.openxmlformats.org/officeDocument/2006/relationships/customXml" Target="../ink/ink5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customXml" Target="../ink/ink8.xml"/><Relationship Id="rId2" Type="http://schemas.openxmlformats.org/officeDocument/2006/relationships/image" Target="../media/image7.png"/><Relationship Id="rId1" Type="http://schemas.openxmlformats.org/officeDocument/2006/relationships/customXml" Target="../ink/ink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customXml" Target="../ink/ink10.xml"/><Relationship Id="rId2" Type="http://schemas.openxmlformats.org/officeDocument/2006/relationships/image" Target="../media/image9.png"/><Relationship Id="rId1" Type="http://schemas.openxmlformats.org/officeDocument/2006/relationships/customXml" Target="../ink/ink9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customXml" Target="../ink/ink12.xml"/><Relationship Id="rId2" Type="http://schemas.openxmlformats.org/officeDocument/2006/relationships/image" Target="../media/image11.png"/><Relationship Id="rId1" Type="http://schemas.openxmlformats.org/officeDocument/2006/relationships/customXml" Target="../ink/ink1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1.png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customXml" Target="../ink/ink1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image" Target="../media/image12.png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image" Target="../media/image11.pn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38.xml"/><Relationship Id="rId1" Type="http://schemas.openxmlformats.org/officeDocument/2006/relationships/customXml" Target="../ink/ink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image" Target="../media/image11.png"/><Relationship Id="rId1" Type="http://schemas.openxmlformats.org/officeDocument/2006/relationships/customXml" Target="../ink/ink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customXml" Target="../ink/ink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customXml" Target="../ink/ink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customXml" Target="../ink/ink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customXml" Target="../ink/ink21.xml"/><Relationship Id="rId2" Type="http://schemas.openxmlformats.org/officeDocument/2006/relationships/image" Target="../media/image15.png"/><Relationship Id="rId1" Type="http://schemas.openxmlformats.org/officeDocument/2006/relationships/customXml" Target="../ink/ink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406400"/>
            <a:ext cx="12192000" cy="228600"/>
            <a:chOff x="0" y="571500"/>
            <a:chExt cx="12192000" cy="228600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 rot="10800000">
            <a:off x="0" y="6235700"/>
            <a:ext cx="12192000" cy="228600"/>
            <a:chOff x="0" y="571500"/>
            <a:chExt cx="12192000" cy="228600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13"/>
          <p:cNvSpPr txBox="1"/>
          <p:nvPr/>
        </p:nvSpPr>
        <p:spPr>
          <a:xfrm rot="21412603">
            <a:off x="492760" y="2671445"/>
            <a:ext cx="1128903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Next word prediction using NLP </a:t>
            </a:r>
            <a:endParaRPr lang="en-US" altLang="zh-CN" sz="72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381586">
              <a:off x="2263007" y="4364324"/>
              <a:ext cx="8318034" cy="1531594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381586">
                <a:off x="2263007" y="4364324"/>
                <a:ext cx="8318034" cy="1531594"/>
              </a:xfrm>
              <a:prstGeom prst="rect"/>
            </p:spPr>
          </p:pic>
        </mc:Fallback>
      </mc:AlternateContent>
      <p:grpSp>
        <p:nvGrpSpPr>
          <p:cNvPr id="26" name="组合 25"/>
          <p:cNvGrpSpPr/>
          <p:nvPr/>
        </p:nvGrpSpPr>
        <p:grpSpPr>
          <a:xfrm rot="21282385">
            <a:off x="1376045" y="979170"/>
            <a:ext cx="3208020" cy="2315845"/>
            <a:chOff x="1335039" y="920933"/>
            <a:chExt cx="3675281" cy="233624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r:id="rId3" p14:bwMode="auto">
              <p14:nvContentPartPr>
                <p14:cNvPr id="19" name="墨迹 18"/>
                <p14:cNvContentPartPr/>
                <p14:nvPr/>
              </p14:nvContentPartPr>
              <p14:xfrm>
                <a:off x="1335039" y="920933"/>
                <a:ext cx="3675281" cy="2336247"/>
              </p14:xfrm>
            </p:contentPart>
          </mc:Choice>
          <mc:Fallback xmlns="">
            <p:pic>
              <p:nvPicPr>
                <p:cNvPr id="19" name="墨迹 18"/>
              </p:nvPicPr>
              <p:blipFill>
                <a:blip r:embed="rId4"/>
              </p:blipFill>
              <p:spPr>
                <a:xfrm>
                  <a:off x="1335039" y="920933"/>
                  <a:ext cx="3675281" cy="2336247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5" p14:bwMode="auto">
              <p14:nvContentPartPr>
                <p14:cNvPr id="20" name="墨迹 19"/>
                <p14:cNvContentPartPr/>
                <p14:nvPr/>
              </p14:nvContentPartPr>
              <p14:xfrm>
                <a:off x="2257760" y="921140"/>
                <a:ext cx="656280" cy="407160"/>
              </p14:xfrm>
            </p:contentPart>
          </mc:Choice>
          <mc:Fallback xmlns="">
            <p:pic>
              <p:nvPicPr>
                <p:cNvPr id="20" name="墨迹 19"/>
              </p:nvPicPr>
              <p:blipFill>
                <a:blip r:embed="rId6"/>
              </p:blipFill>
              <p:spPr>
                <a:xfrm>
                  <a:off x="2257760" y="921140"/>
                  <a:ext cx="656280" cy="407160"/>
                </a:xfrm>
                <a:prstGeom prst="rect"/>
              </p:spPr>
            </p:pic>
          </mc:Fallback>
        </mc:AlternateContent>
      </p:grpSp>
      <p:sp>
        <p:nvSpPr>
          <p:cNvPr id="113" name="KSO_Shape"/>
          <p:cNvSpPr/>
          <p:nvPr/>
        </p:nvSpPr>
        <p:spPr bwMode="auto">
          <a:xfrm rot="2633721">
            <a:off x="8470899" y="935103"/>
            <a:ext cx="1346200" cy="1800225"/>
          </a:xfrm>
          <a:custGeom>
            <a:avLst/>
            <a:gdLst>
              <a:gd name="T0" fmla="*/ 1281616 w 634"/>
              <a:gd name="T1" fmla="*/ 39819 h 633"/>
              <a:gd name="T2" fmla="*/ 1281616 w 634"/>
              <a:gd name="T3" fmla="*/ 39819 h 633"/>
              <a:gd name="T4" fmla="*/ 0 w 634"/>
              <a:gd name="T5" fmla="*/ 878867 h 633"/>
              <a:gd name="T6" fmla="*/ 405951 w 634"/>
              <a:gd name="T7" fmla="*/ 1214486 h 633"/>
              <a:gd name="T8" fmla="*/ 656748 w 634"/>
              <a:gd name="T9" fmla="*/ 1797553 h 633"/>
              <a:gd name="T10" fmla="*/ 1313497 w 634"/>
              <a:gd name="T11" fmla="*/ 82483 h 633"/>
              <a:gd name="T12" fmla="*/ 1281616 w 634"/>
              <a:gd name="T13" fmla="*/ 39819 h 633"/>
              <a:gd name="T14" fmla="*/ 157280 w 634"/>
              <a:gd name="T15" fmla="*/ 878867 h 633"/>
              <a:gd name="T16" fmla="*/ 157280 w 634"/>
              <a:gd name="T17" fmla="*/ 878867 h 633"/>
              <a:gd name="T18" fmla="*/ 1126461 w 634"/>
              <a:gd name="T19" fmla="*/ 250292 h 633"/>
              <a:gd name="T20" fmla="*/ 437832 w 634"/>
              <a:gd name="T21" fmla="*/ 1086496 h 633"/>
              <a:gd name="T22" fmla="*/ 157280 w 634"/>
              <a:gd name="T23" fmla="*/ 878867 h 633"/>
              <a:gd name="T24" fmla="*/ 656748 w 634"/>
              <a:gd name="T25" fmla="*/ 1589924 h 633"/>
              <a:gd name="T26" fmla="*/ 656748 w 634"/>
              <a:gd name="T27" fmla="*/ 1589924 h 633"/>
              <a:gd name="T28" fmla="*/ 501594 w 634"/>
              <a:gd name="T29" fmla="*/ 1129159 h 633"/>
              <a:gd name="T30" fmla="*/ 1158342 w 634"/>
              <a:gd name="T31" fmla="*/ 290111 h 633"/>
              <a:gd name="T32" fmla="*/ 656748 w 634"/>
              <a:gd name="T33" fmla="*/ 1589924 h 6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634" h="633">
                <a:moveTo>
                  <a:pt x="603" y="14"/>
                </a:moveTo>
                <a:lnTo>
                  <a:pt x="603" y="14"/>
                </a:lnTo>
                <a:cubicBezTo>
                  <a:pt x="574" y="14"/>
                  <a:pt x="0" y="309"/>
                  <a:pt x="0" y="309"/>
                </a:cubicBezTo>
                <a:lnTo>
                  <a:pt x="191" y="427"/>
                </a:lnTo>
                <a:lnTo>
                  <a:pt x="309" y="632"/>
                </a:lnTo>
                <a:cubicBezTo>
                  <a:pt x="309" y="632"/>
                  <a:pt x="618" y="44"/>
                  <a:pt x="618" y="29"/>
                </a:cubicBezTo>
                <a:cubicBezTo>
                  <a:pt x="633" y="14"/>
                  <a:pt x="618" y="0"/>
                  <a:pt x="603" y="14"/>
                </a:cubicBezTo>
                <a:close/>
                <a:moveTo>
                  <a:pt x="74" y="309"/>
                </a:moveTo>
                <a:lnTo>
                  <a:pt x="74" y="309"/>
                </a:lnTo>
                <a:cubicBezTo>
                  <a:pt x="530" y="88"/>
                  <a:pt x="530" y="88"/>
                  <a:pt x="530" y="88"/>
                </a:cubicBezTo>
                <a:cubicBezTo>
                  <a:pt x="206" y="382"/>
                  <a:pt x="206" y="382"/>
                  <a:pt x="206" y="382"/>
                </a:cubicBezTo>
                <a:lnTo>
                  <a:pt x="74" y="309"/>
                </a:lnTo>
                <a:close/>
                <a:moveTo>
                  <a:pt x="309" y="559"/>
                </a:moveTo>
                <a:lnTo>
                  <a:pt x="309" y="559"/>
                </a:lnTo>
                <a:cubicBezTo>
                  <a:pt x="309" y="559"/>
                  <a:pt x="250" y="441"/>
                  <a:pt x="236" y="397"/>
                </a:cubicBezTo>
                <a:cubicBezTo>
                  <a:pt x="545" y="102"/>
                  <a:pt x="545" y="102"/>
                  <a:pt x="545" y="102"/>
                </a:cubicBezTo>
                <a:lnTo>
                  <a:pt x="309" y="559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wrap="none" lIns="121908" tIns="60955" rIns="121908" bIns="60955"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9pPr>
          </a:lstStyle>
          <a:p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15" name="墨迹 114"/>
              <p14:cNvContentPartPr/>
              <p14:nvPr/>
            </p14:nvContentPartPr>
            <p14:xfrm>
              <a:off x="7258215" y="1831673"/>
              <a:ext cx="1112400" cy="533880"/>
            </p14:xfrm>
          </p:contentPart>
        </mc:Choice>
        <mc:Fallback xmlns="">
          <p:pic>
            <p:nvPicPr>
              <p:cNvPr id="115" name="墨迹 114"/>
            </p:nvPicPr>
            <p:blipFill>
              <a:blip r:embed="rId8"/>
            </p:blipFill>
            <p:spPr>
              <a:xfrm>
                <a:off x="7258215" y="1831673"/>
                <a:ext cx="1112400" cy="533880"/>
              </a:xfrm>
              <a:prstGeom prst="rect"/>
            </p:spPr>
          </p:pic>
        </mc:Fallback>
      </mc:AlternateContent>
      <p:sp>
        <p:nvSpPr>
          <p:cNvPr id="112" name="矩形 111"/>
          <p:cNvSpPr/>
          <p:nvPr/>
        </p:nvSpPr>
        <p:spPr>
          <a:xfrm rot="21220150">
            <a:off x="1245235" y="1504315"/>
            <a:ext cx="1990090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dist">
              <a:lnSpc>
                <a:spcPct val="150000"/>
              </a:lnSpc>
            </a:pPr>
            <a:r>
              <a:rPr lang="en-US" altLang="zh-CN" sz="2000" b="1" spc="-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PROJECT</a:t>
            </a:r>
            <a:endParaRPr lang="en-US" altLang="zh-CN" sz="2000" b="1" spc="-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marL="457200" lvl="1" indent="457200" algn="dist">
              <a:lnSpc>
                <a:spcPct val="150000"/>
              </a:lnSpc>
            </a:pPr>
            <a:r>
              <a:rPr lang="en-US" altLang="zh-CN" sz="2000" b="1" spc="-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TITLE</a:t>
            </a:r>
            <a:endParaRPr lang="en-US" altLang="zh-CN" sz="2000" b="1" spc="-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72172" y="2401476"/>
            <a:ext cx="4051935" cy="1287738"/>
            <a:chOff x="4103432" y="1382936"/>
            <a:chExt cx="4051935" cy="1287738"/>
          </a:xfrm>
        </p:grpSpPr>
        <p:sp>
          <p:nvSpPr>
            <p:cNvPr id="4" name="文本框 3"/>
            <p:cNvSpPr txBox="1"/>
            <p:nvPr/>
          </p:nvSpPr>
          <p:spPr>
            <a:xfrm rot="21300000">
              <a:off x="4103432" y="1382936"/>
              <a:ext cx="405193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000" b="1" spc="-300" dirty="0" smtClean="0">
                  <a:ln w="28575">
                    <a:solidFill>
                      <a:srgbClr val="44546A"/>
                    </a:solidFill>
                  </a:ln>
                  <a:solidFill>
                    <a:srgbClr val="44546A"/>
                  </a:solidFill>
                  <a:latin typeface="IBM Plex Sans SemiBold" panose="020B0703050203000203" charset="0"/>
                  <a:ea typeface="IBM Plex Sans SemiBold" panose="020B0703050203000203" charset="0"/>
                  <a:cs typeface="IBM Plex Sans" panose="020B0503050203000203" charset="0"/>
                </a:rPr>
                <a:t>CONTENTS</a:t>
              </a:r>
              <a:endParaRPr lang="zh-CN" altLang="en-US" sz="60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1" p14:bwMode="auto">
              <p14:nvContentPartPr>
                <p14:cNvPr id="5" name="墨迹 4"/>
                <p14:cNvContentPartPr/>
                <p14:nvPr/>
              </p14:nvContentPartPr>
              <p14:xfrm rot="381586">
                <a:off x="5172148" y="2226204"/>
                <a:ext cx="2413900" cy="444470"/>
              </p14:xfrm>
            </p:contentPart>
          </mc:Choice>
          <mc:Fallback xmlns="">
            <p:pic>
              <p:nvPicPr>
                <p:cNvPr id="5" name="墨迹 4"/>
              </p:nvPicPr>
              <p:blipFill>
                <a:blip r:embed="rId2"/>
              </p:blipFill>
              <p:spPr>
                <a:xfrm rot="381586">
                  <a:off x="5172148" y="2226204"/>
                  <a:ext cx="2413900" cy="444470"/>
                </a:xfrm>
                <a:prstGeom prst="rect"/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3" name="墨迹 22"/>
              <p14:cNvContentPartPr/>
              <p14:nvPr/>
            </p14:nvContentPartPr>
            <p14:xfrm>
              <a:off x="4731385" y="457200"/>
              <a:ext cx="1063625" cy="5450205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4"/>
            </p:blipFill>
            <p:spPr>
              <a:xfrm>
                <a:off x="4731385" y="457200"/>
                <a:ext cx="1063625" cy="5450205"/>
              </a:xfrm>
              <a:prstGeom prst="rect"/>
            </p:spPr>
          </p:pic>
        </mc:Fallback>
      </mc:AlternateContent>
      <p:sp>
        <p:nvSpPr>
          <p:cNvPr id="10" name="TextBox 68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890260" y="214630"/>
            <a:ext cx="5100320" cy="2760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1.ABSTRACT</a:t>
            </a:r>
            <a:endParaRPr lang="en-US" altLang="zh-CN" sz="32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eaLnBrk="1" hangingPunct="1"/>
            <a:r>
              <a:rPr lang="en-US" altLang="zh-CN" sz="32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2.INTRODUCTION</a:t>
            </a:r>
            <a:endParaRPr lang="en-US" altLang="zh-CN" sz="32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eaLnBrk="1" hangingPunct="1"/>
            <a:r>
              <a:rPr lang="en-US" altLang="zh-CN" sz="32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3.LITERATURE REVIEW</a:t>
            </a:r>
            <a:endParaRPr lang="en-US" altLang="zh-CN" sz="32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eaLnBrk="1" hangingPunct="1"/>
            <a:r>
              <a:rPr lang="en-US" altLang="zh-CN" sz="32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4.RESEARCH GAP</a:t>
            </a:r>
            <a:endParaRPr lang="en-US" altLang="zh-CN" sz="32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eaLnBrk="1" hangingPunct="1"/>
            <a:r>
              <a:rPr lang="en-US" altLang="zh-CN" sz="32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5.OBJECTIVE</a:t>
            </a:r>
            <a:endParaRPr lang="en-US" altLang="zh-CN" sz="32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eaLnBrk="1" hangingPunct="1"/>
            <a:r>
              <a:rPr lang="en-US" altLang="zh-CN" sz="32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6.EXISTING SYSTEM</a:t>
            </a:r>
            <a:endParaRPr lang="en-US" altLang="zh-CN" sz="32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eaLnBrk="1" hangingPunct="1"/>
            <a:r>
              <a:rPr lang="en-US" altLang="zh-CN" sz="32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7.PROPOSED SYSTEM</a:t>
            </a:r>
            <a:endParaRPr lang="en-US" altLang="zh-CN" sz="32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eaLnBrk="1" hangingPunct="1"/>
            <a:r>
              <a:rPr lang="en-US" altLang="zh-CN" sz="32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8.METHODOLOGIES</a:t>
            </a:r>
            <a:endParaRPr lang="en-US" altLang="zh-CN" sz="32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eaLnBrk="1" hangingPunct="1"/>
            <a:r>
              <a:rPr lang="en-US" altLang="zh-CN" sz="32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9.IMPLEMENTATION</a:t>
            </a:r>
            <a:endParaRPr lang="en-US" altLang="zh-CN" sz="32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eaLnBrk="1" hangingPunct="1"/>
            <a:r>
              <a:rPr lang="en-US" altLang="zh-CN" sz="32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10.RESULTS</a:t>
            </a:r>
            <a:endParaRPr lang="en-US" altLang="zh-CN" sz="32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eaLnBrk="1" hangingPunct="1"/>
            <a:r>
              <a:rPr lang="en-US" altLang="zh-CN" sz="32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11.REFERENCES</a:t>
            </a:r>
            <a:endParaRPr lang="en-US" altLang="zh-CN" sz="32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eaLnBrk="1" hangingPunct="1"/>
            <a:r>
              <a:rPr lang="en-US" altLang="zh-CN" sz="32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12.</a:t>
            </a:r>
            <a:r>
              <a:rPr lang="en-US" altLang="zh-CN" sz="20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FUTURE IMPLEMENTATION &amp;     	REAL TIME APPLICATIONS</a:t>
            </a:r>
            <a:r>
              <a:rPr lang="zh-CN" altLang="en-US" sz="32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 </a:t>
            </a:r>
            <a:endParaRPr lang="zh-CN" altLang="en-US" sz="32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926465" y="1233170"/>
            <a:ext cx="678815" cy="21494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000" b="1" spc="-300" dirty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1.</a:t>
            </a:r>
            <a:endParaRPr lang="en-US" altLang="zh-CN" sz="4000" b="1" spc="-300" dirty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88872" y="1233232"/>
            <a:ext cx="3081655" cy="682625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US" altLang="zh-CN" sz="40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ABSTRACT</a:t>
            </a:r>
            <a:r>
              <a:rPr lang="zh-CN" altLang="en-US" sz="40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 </a:t>
            </a:r>
            <a:endParaRPr lang="zh-CN" altLang="en-US" sz="40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3" name="墨迹 2"/>
              <p14:cNvContentPartPr/>
              <p14:nvPr/>
            </p14:nvContentPartPr>
            <p14:xfrm>
              <a:off x="1344295" y="2171700"/>
              <a:ext cx="8914130" cy="19494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2"/>
            </p:blipFill>
            <p:spPr>
              <a:xfrm>
                <a:off x="1344295" y="2171700"/>
                <a:ext cx="8914130" cy="1949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5" name="墨迹 4"/>
              <p14:cNvContentPartPr/>
              <p14:nvPr/>
            </p14:nvContentPartPr>
            <p14:xfrm>
              <a:off x="2582545" y="4964430"/>
              <a:ext cx="7809865" cy="7620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4"/>
            </p:blipFill>
            <p:spPr>
              <a:xfrm>
                <a:off x="2582545" y="4964430"/>
                <a:ext cx="7809865" cy="76200"/>
              </a:xfrm>
              <a:prstGeom prst="rect"/>
            </p:spPr>
          </p:pic>
        </mc:Fallback>
      </mc:AlternateContent>
      <p:grpSp>
        <p:nvGrpSpPr>
          <p:cNvPr id="11" name="组合 10"/>
          <p:cNvGrpSpPr/>
          <p:nvPr/>
        </p:nvGrpSpPr>
        <p:grpSpPr>
          <a:xfrm>
            <a:off x="5759601" y="3560812"/>
            <a:ext cx="4309458" cy="438572"/>
            <a:chOff x="5973738" y="4953001"/>
            <a:chExt cx="4309458" cy="438572"/>
          </a:xfrm>
        </p:grpSpPr>
        <p:sp>
          <p:nvSpPr>
            <p:cNvPr id="12" name="矩形 11"/>
            <p:cNvSpPr/>
            <p:nvPr/>
          </p:nvSpPr>
          <p:spPr>
            <a:xfrm>
              <a:off x="5973738" y="4953001"/>
              <a:ext cx="478790" cy="43624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indent="-342900" algn="l">
                <a:buFont typeface="Wingdings" panose="05000000000000000000" charset="0"/>
                <a:buChar char="ü"/>
              </a:pPr>
              <a:endParaRPr lang="zh-CN" altLang="en-US" sz="2400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8567360" y="4953001"/>
              <a:ext cx="1715836" cy="438572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indent="-342900">
                <a:buFont typeface="IBM Plex Sans" panose="020B0503050203000203" charset="0"/>
                <a:buChar char="ü"/>
              </a:pPr>
              <a:endParaRPr lang="zh-CN" altLang="en-US" sz="2400" b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0" y="406400"/>
            <a:ext cx="12192000" cy="228600"/>
            <a:chOff x="0" y="571500"/>
            <a:chExt cx="12192000" cy="22860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 rot="10800000">
            <a:off x="0" y="6235700"/>
            <a:ext cx="12192000" cy="228600"/>
            <a:chOff x="0" y="571500"/>
            <a:chExt cx="12192000" cy="228600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 Box 3"/>
          <p:cNvSpPr txBox="1"/>
          <p:nvPr/>
        </p:nvSpPr>
        <p:spPr>
          <a:xfrm>
            <a:off x="2054225" y="2254885"/>
            <a:ext cx="7696835" cy="25895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en-GB" altLang="en-US" sz="2400"/>
          </a:p>
          <a:p>
            <a:r>
              <a:rPr lang="en-US" sz="3200" b="1">
                <a:sym typeface="+mn-ea"/>
              </a:rPr>
              <a:t>.</a:t>
            </a:r>
            <a:r>
              <a:rPr sz="2400" b="1">
                <a:sym typeface="+mn-ea"/>
              </a:rPr>
              <a:t>Next Word Prediction predicts the most probable word following a sequence.</a:t>
            </a:r>
            <a:endParaRPr sz="2400" b="1">
              <a:sym typeface="+mn-ea"/>
            </a:endParaRPr>
          </a:p>
          <a:p>
            <a:r>
              <a:rPr lang="en-US" sz="3200" b="1">
                <a:sym typeface="+mn-ea"/>
              </a:rPr>
              <a:t>.</a:t>
            </a:r>
            <a:r>
              <a:rPr sz="2400" b="1">
                <a:sym typeface="+mn-ea"/>
              </a:rPr>
              <a:t>Used in messaging, search engines, writing assistants.</a:t>
            </a:r>
            <a:endParaRPr sz="2400" b="1">
              <a:sym typeface="+mn-ea"/>
            </a:endParaRPr>
          </a:p>
          <a:p>
            <a:r>
              <a:rPr lang="en-US" sz="3200" b="1">
                <a:sym typeface="+mn-ea"/>
              </a:rPr>
              <a:t>.</a:t>
            </a:r>
            <a:r>
              <a:rPr sz="2400" b="1">
                <a:sym typeface="+mn-ea"/>
              </a:rPr>
              <a:t>Explores approaches, research gaps, and improved methods.</a:t>
            </a:r>
            <a:endParaRPr lang="en-GB" altLang="en-US" sz="2400" b="1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1470660" y="777240"/>
              <a:ext cx="2039620" cy="72326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1470660" y="777240"/>
                <a:ext cx="2039620" cy="723265"/>
              </a:xfrm>
              <a:prstGeom prst="rect"/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1894840" y="0"/>
            <a:ext cx="797560" cy="1003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72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2</a:t>
            </a:r>
            <a:endParaRPr lang="en-US" altLang="zh-CN" sz="72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548252" y="217676"/>
            <a:ext cx="5899785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US" altLang="zh-CN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INTRODUCTION</a:t>
            </a:r>
            <a:r>
              <a:rPr lang="zh-CN" altLang="en-US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 </a:t>
            </a:r>
            <a:endParaRPr lang="zh-CN" altLang="en-US" sz="5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57150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3" name="墨迹 12"/>
              <p14:cNvContentPartPr/>
              <p14:nvPr/>
            </p14:nvContentPartPr>
            <p14:xfrm>
              <a:off x="1116785" y="2826598"/>
              <a:ext cx="4591905" cy="2919777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4"/>
            </p:blipFill>
            <p:spPr>
              <a:xfrm>
                <a:off x="1116785" y="2826598"/>
                <a:ext cx="4591905" cy="2919777"/>
              </a:xfrm>
              <a:prstGeom prst="rect"/>
            </p:spPr>
          </p:pic>
        </mc:Fallback>
      </mc:AlternateContent>
      <p:sp>
        <p:nvSpPr>
          <p:cNvPr id="14" name="矩形 7"/>
          <p:cNvSpPr>
            <a:spLocks noChangeArrowheads="1"/>
          </p:cNvSpPr>
          <p:nvPr/>
        </p:nvSpPr>
        <p:spPr bwMode="auto">
          <a:xfrm>
            <a:off x="5708665" y="2011680"/>
            <a:ext cx="5372110" cy="484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endParaRPr sz="1400" dirty="0">
              <a:solidFill>
                <a:srgbClr val="44546A"/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  <a:p>
            <a:pPr algn="just">
              <a:lnSpc>
                <a:spcPct val="150000"/>
              </a:lnSpc>
            </a:pPr>
            <a:r>
              <a:rPr sz="1600" b="1">
                <a:sym typeface="+mn-ea"/>
              </a:rPr>
              <a:t>NLP enables machines to understand and generate human language.</a:t>
            </a:r>
            <a:endParaRPr sz="1600" b="1"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sz="1600" b="1">
                <a:sym typeface="+mn-ea"/>
              </a:rPr>
              <a:t>Next Word Prediction improves typing efficiency and user experience.</a:t>
            </a:r>
            <a:endParaRPr sz="1600" b="1"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sz="1600" b="1">
                <a:sym typeface="+mn-ea"/>
              </a:rPr>
              <a:t>Examples: Google Smart Compose, SwiftKey, Grammarly.</a:t>
            </a:r>
            <a:endParaRPr sz="1600" b="1">
              <a:sym typeface="+mn-ea"/>
            </a:endParaRPr>
          </a:p>
          <a:p>
            <a:pPr algn="just">
              <a:lnSpc>
                <a:spcPct val="150000"/>
              </a:lnSpc>
            </a:pPr>
            <a:endParaRPr sz="1600" b="1"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  <a:sym typeface="+mn-ea"/>
              </a:rPr>
              <a:t>This presentation explores the evolution, methodologies, results, and future of next word prediction in NLP, from basic statistics to state-of-the-art models.</a:t>
            </a:r>
            <a:endParaRPr lang="en-US" sz="1600" b="1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endParaRPr sz="1600" b="1">
              <a:solidFill>
                <a:schemeClr val="tx1"/>
              </a:solidFill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sz="1600" b="1" dirty="0">
                <a:solidFill>
                  <a:schemeClr val="tx1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 </a:t>
            </a:r>
            <a:endParaRPr lang="zh-CN" altLang="en-US" sz="1600" b="1" dirty="0">
              <a:solidFill>
                <a:schemeClr val="tx1"/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40670" y="2295253"/>
            <a:ext cx="847725" cy="682625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571500" indent="-571500" algn="l">
              <a:buFont typeface="Wingdings" panose="05000000000000000000" charset="0"/>
              <a:buChar char="ü"/>
            </a:pPr>
            <a:r>
              <a:rPr lang="zh-CN" altLang="en-US" sz="4000" b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 </a:t>
            </a:r>
            <a:endParaRPr lang="zh-CN" altLang="en-US" sz="4000" b="1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6" name="KSO_Shape"/>
          <p:cNvSpPr/>
          <p:nvPr/>
        </p:nvSpPr>
        <p:spPr bwMode="auto">
          <a:xfrm rot="1918848">
            <a:off x="2218425" y="3286789"/>
            <a:ext cx="1163181" cy="1555480"/>
          </a:xfrm>
          <a:custGeom>
            <a:avLst/>
            <a:gdLst>
              <a:gd name="T0" fmla="*/ 1281616 w 634"/>
              <a:gd name="T1" fmla="*/ 39819 h 633"/>
              <a:gd name="T2" fmla="*/ 1281616 w 634"/>
              <a:gd name="T3" fmla="*/ 39819 h 633"/>
              <a:gd name="T4" fmla="*/ 0 w 634"/>
              <a:gd name="T5" fmla="*/ 878867 h 633"/>
              <a:gd name="T6" fmla="*/ 405951 w 634"/>
              <a:gd name="T7" fmla="*/ 1214486 h 633"/>
              <a:gd name="T8" fmla="*/ 656748 w 634"/>
              <a:gd name="T9" fmla="*/ 1797553 h 633"/>
              <a:gd name="T10" fmla="*/ 1313497 w 634"/>
              <a:gd name="T11" fmla="*/ 82483 h 633"/>
              <a:gd name="T12" fmla="*/ 1281616 w 634"/>
              <a:gd name="T13" fmla="*/ 39819 h 633"/>
              <a:gd name="T14" fmla="*/ 157280 w 634"/>
              <a:gd name="T15" fmla="*/ 878867 h 633"/>
              <a:gd name="T16" fmla="*/ 157280 w 634"/>
              <a:gd name="T17" fmla="*/ 878867 h 633"/>
              <a:gd name="T18" fmla="*/ 1126461 w 634"/>
              <a:gd name="T19" fmla="*/ 250292 h 633"/>
              <a:gd name="T20" fmla="*/ 437832 w 634"/>
              <a:gd name="T21" fmla="*/ 1086496 h 633"/>
              <a:gd name="T22" fmla="*/ 157280 w 634"/>
              <a:gd name="T23" fmla="*/ 878867 h 633"/>
              <a:gd name="T24" fmla="*/ 656748 w 634"/>
              <a:gd name="T25" fmla="*/ 1589924 h 633"/>
              <a:gd name="T26" fmla="*/ 656748 w 634"/>
              <a:gd name="T27" fmla="*/ 1589924 h 633"/>
              <a:gd name="T28" fmla="*/ 501594 w 634"/>
              <a:gd name="T29" fmla="*/ 1129159 h 633"/>
              <a:gd name="T30" fmla="*/ 1158342 w 634"/>
              <a:gd name="T31" fmla="*/ 290111 h 633"/>
              <a:gd name="T32" fmla="*/ 656748 w 634"/>
              <a:gd name="T33" fmla="*/ 1589924 h 6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634" h="633">
                <a:moveTo>
                  <a:pt x="603" y="14"/>
                </a:moveTo>
                <a:lnTo>
                  <a:pt x="603" y="14"/>
                </a:lnTo>
                <a:cubicBezTo>
                  <a:pt x="574" y="14"/>
                  <a:pt x="0" y="309"/>
                  <a:pt x="0" y="309"/>
                </a:cubicBezTo>
                <a:lnTo>
                  <a:pt x="191" y="427"/>
                </a:lnTo>
                <a:lnTo>
                  <a:pt x="309" y="632"/>
                </a:lnTo>
                <a:cubicBezTo>
                  <a:pt x="309" y="632"/>
                  <a:pt x="618" y="44"/>
                  <a:pt x="618" y="29"/>
                </a:cubicBezTo>
                <a:cubicBezTo>
                  <a:pt x="633" y="14"/>
                  <a:pt x="618" y="0"/>
                  <a:pt x="603" y="14"/>
                </a:cubicBezTo>
                <a:close/>
                <a:moveTo>
                  <a:pt x="74" y="309"/>
                </a:moveTo>
                <a:lnTo>
                  <a:pt x="74" y="309"/>
                </a:lnTo>
                <a:cubicBezTo>
                  <a:pt x="530" y="88"/>
                  <a:pt x="530" y="88"/>
                  <a:pt x="530" y="88"/>
                </a:cubicBezTo>
                <a:cubicBezTo>
                  <a:pt x="206" y="382"/>
                  <a:pt x="206" y="382"/>
                  <a:pt x="206" y="382"/>
                </a:cubicBezTo>
                <a:lnTo>
                  <a:pt x="74" y="309"/>
                </a:lnTo>
                <a:close/>
                <a:moveTo>
                  <a:pt x="309" y="559"/>
                </a:moveTo>
                <a:lnTo>
                  <a:pt x="309" y="559"/>
                </a:lnTo>
                <a:cubicBezTo>
                  <a:pt x="309" y="559"/>
                  <a:pt x="250" y="441"/>
                  <a:pt x="236" y="397"/>
                </a:cubicBezTo>
                <a:cubicBezTo>
                  <a:pt x="545" y="102"/>
                  <a:pt x="545" y="102"/>
                  <a:pt x="545" y="102"/>
                </a:cubicBezTo>
                <a:lnTo>
                  <a:pt x="309" y="559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wrap="none" lIns="121908" tIns="60955" rIns="121908" bIns="60955"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9pPr>
          </a:lstStyle>
          <a:p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878777" y="958946"/>
              <a:ext cx="2032000" cy="809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878777" y="958946"/>
                <a:ext cx="2032000" cy="809625"/>
              </a:xfrm>
              <a:prstGeom prst="rect"/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657436" y="-110741"/>
            <a:ext cx="1514263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3</a:t>
            </a:r>
            <a:endParaRPr lang="en-US" altLang="zh-CN" sz="115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29725" y="288161"/>
            <a:ext cx="7447280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US" altLang="zh-CN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LITERATURE REVIEW</a:t>
            </a:r>
            <a:r>
              <a:rPr lang="zh-CN" altLang="en-US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 </a:t>
            </a:r>
            <a:endParaRPr lang="zh-CN" altLang="en-US" sz="5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895169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28575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IBM Plex Sans" panose="020B0503050203000203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866256" y="2672857"/>
            <a:ext cx="6238678" cy="33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000" b="1">
                <a:sym typeface="+mn-ea"/>
              </a:rPr>
              <a:t>.</a:t>
            </a:r>
            <a:r>
              <a:rPr sz="2000" b="1">
                <a:sym typeface="+mn-ea"/>
              </a:rPr>
              <a:t>N-gram Models – simple but sparse data issues.</a:t>
            </a:r>
            <a:endParaRPr sz="2000" b="1"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2000" b="1">
                <a:sym typeface="+mn-ea"/>
              </a:rPr>
              <a:t>.</a:t>
            </a:r>
            <a:r>
              <a:rPr sz="2000" b="1">
                <a:sym typeface="+mn-ea"/>
              </a:rPr>
              <a:t>Hidden Markov Models – probabilistic, sequential dependencies.</a:t>
            </a:r>
            <a:endParaRPr sz="2000" b="1"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2000" b="1">
                <a:sym typeface="+mn-ea"/>
              </a:rPr>
              <a:t>.</a:t>
            </a:r>
            <a:r>
              <a:rPr sz="2000" b="1">
                <a:sym typeface="+mn-ea"/>
              </a:rPr>
              <a:t>Neural Networks (RNN, LSTM, GRU) – handle long-term dependencies.</a:t>
            </a:r>
            <a:endParaRPr sz="2000" b="1"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2000" b="1">
                <a:sym typeface="+mn-ea"/>
              </a:rPr>
              <a:t>.</a:t>
            </a:r>
            <a:r>
              <a:rPr sz="2000" b="1">
                <a:sym typeface="+mn-ea"/>
              </a:rPr>
              <a:t>Transformers (BERT, GPT) – state-of-the-art contextual performance</a:t>
            </a:r>
            <a:r>
              <a:rPr b="1">
                <a:sym typeface="+mn-ea"/>
              </a:rPr>
              <a:t>.</a:t>
            </a:r>
            <a:endParaRPr lang="zh-CN" altLang="en-US" b="1" dirty="0">
              <a:solidFill>
                <a:srgbClr val="44546A"/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  <a:sym typeface="+mn-ea"/>
            </a:endParaRPr>
          </a:p>
        </p:txBody>
      </p:sp>
      <p:sp>
        <p:nvSpPr>
          <p:cNvPr id="9" name="KSO_Shape"/>
          <p:cNvSpPr/>
          <p:nvPr/>
        </p:nvSpPr>
        <p:spPr bwMode="auto">
          <a:xfrm rot="2633721">
            <a:off x="2887465" y="4050936"/>
            <a:ext cx="1346200" cy="1800225"/>
          </a:xfrm>
          <a:custGeom>
            <a:avLst/>
            <a:gdLst>
              <a:gd name="T0" fmla="*/ 1281616 w 634"/>
              <a:gd name="T1" fmla="*/ 39819 h 633"/>
              <a:gd name="T2" fmla="*/ 1281616 w 634"/>
              <a:gd name="T3" fmla="*/ 39819 h 633"/>
              <a:gd name="T4" fmla="*/ 0 w 634"/>
              <a:gd name="T5" fmla="*/ 878867 h 633"/>
              <a:gd name="T6" fmla="*/ 405951 w 634"/>
              <a:gd name="T7" fmla="*/ 1214486 h 633"/>
              <a:gd name="T8" fmla="*/ 656748 w 634"/>
              <a:gd name="T9" fmla="*/ 1797553 h 633"/>
              <a:gd name="T10" fmla="*/ 1313497 w 634"/>
              <a:gd name="T11" fmla="*/ 82483 h 633"/>
              <a:gd name="T12" fmla="*/ 1281616 w 634"/>
              <a:gd name="T13" fmla="*/ 39819 h 633"/>
              <a:gd name="T14" fmla="*/ 157280 w 634"/>
              <a:gd name="T15" fmla="*/ 878867 h 633"/>
              <a:gd name="T16" fmla="*/ 157280 w 634"/>
              <a:gd name="T17" fmla="*/ 878867 h 633"/>
              <a:gd name="T18" fmla="*/ 1126461 w 634"/>
              <a:gd name="T19" fmla="*/ 250292 h 633"/>
              <a:gd name="T20" fmla="*/ 437832 w 634"/>
              <a:gd name="T21" fmla="*/ 1086496 h 633"/>
              <a:gd name="T22" fmla="*/ 157280 w 634"/>
              <a:gd name="T23" fmla="*/ 878867 h 633"/>
              <a:gd name="T24" fmla="*/ 656748 w 634"/>
              <a:gd name="T25" fmla="*/ 1589924 h 633"/>
              <a:gd name="T26" fmla="*/ 656748 w 634"/>
              <a:gd name="T27" fmla="*/ 1589924 h 633"/>
              <a:gd name="T28" fmla="*/ 501594 w 634"/>
              <a:gd name="T29" fmla="*/ 1129159 h 633"/>
              <a:gd name="T30" fmla="*/ 1158342 w 634"/>
              <a:gd name="T31" fmla="*/ 290111 h 633"/>
              <a:gd name="T32" fmla="*/ 656748 w 634"/>
              <a:gd name="T33" fmla="*/ 1589924 h 6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634" h="633">
                <a:moveTo>
                  <a:pt x="603" y="14"/>
                </a:moveTo>
                <a:lnTo>
                  <a:pt x="603" y="14"/>
                </a:lnTo>
                <a:cubicBezTo>
                  <a:pt x="574" y="14"/>
                  <a:pt x="0" y="309"/>
                  <a:pt x="0" y="309"/>
                </a:cubicBezTo>
                <a:lnTo>
                  <a:pt x="191" y="427"/>
                </a:lnTo>
                <a:lnTo>
                  <a:pt x="309" y="632"/>
                </a:lnTo>
                <a:cubicBezTo>
                  <a:pt x="309" y="632"/>
                  <a:pt x="618" y="44"/>
                  <a:pt x="618" y="29"/>
                </a:cubicBezTo>
                <a:cubicBezTo>
                  <a:pt x="633" y="14"/>
                  <a:pt x="618" y="0"/>
                  <a:pt x="603" y="14"/>
                </a:cubicBezTo>
                <a:close/>
                <a:moveTo>
                  <a:pt x="74" y="309"/>
                </a:moveTo>
                <a:lnTo>
                  <a:pt x="74" y="309"/>
                </a:lnTo>
                <a:cubicBezTo>
                  <a:pt x="530" y="88"/>
                  <a:pt x="530" y="88"/>
                  <a:pt x="530" y="88"/>
                </a:cubicBezTo>
                <a:cubicBezTo>
                  <a:pt x="206" y="382"/>
                  <a:pt x="206" y="382"/>
                  <a:pt x="206" y="382"/>
                </a:cubicBezTo>
                <a:lnTo>
                  <a:pt x="74" y="309"/>
                </a:lnTo>
                <a:close/>
                <a:moveTo>
                  <a:pt x="309" y="559"/>
                </a:moveTo>
                <a:lnTo>
                  <a:pt x="309" y="559"/>
                </a:lnTo>
                <a:cubicBezTo>
                  <a:pt x="309" y="559"/>
                  <a:pt x="250" y="441"/>
                  <a:pt x="236" y="397"/>
                </a:cubicBezTo>
                <a:cubicBezTo>
                  <a:pt x="545" y="102"/>
                  <a:pt x="545" y="102"/>
                  <a:pt x="545" y="102"/>
                </a:cubicBezTo>
                <a:lnTo>
                  <a:pt x="309" y="559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wrap="none" lIns="121908" tIns="60955" rIns="121908" bIns="60955"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9pPr>
          </a:lstStyle>
          <a:p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1" name="墨迹 10"/>
              <p14:cNvContentPartPr/>
              <p14:nvPr/>
            </p14:nvContentPartPr>
            <p14:xfrm>
              <a:off x="1414567" y="5138451"/>
              <a:ext cx="1112400" cy="53388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4"/>
            </p:blipFill>
            <p:spPr>
              <a:xfrm>
                <a:off x="1414567" y="5138451"/>
                <a:ext cx="1112400" cy="53388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878777" y="958946"/>
              <a:ext cx="2032000" cy="809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878777" y="958946"/>
                <a:ext cx="2032000" cy="809625"/>
              </a:xfrm>
              <a:prstGeom prst="rect"/>
            </p:spPr>
          </p:pic>
        </mc:Fallback>
      </mc:AlternateContent>
      <p:sp>
        <p:nvSpPr>
          <p:cNvPr id="6" name="矩形 5"/>
          <p:cNvSpPr/>
          <p:nvPr/>
        </p:nvSpPr>
        <p:spPr>
          <a:xfrm>
            <a:off x="2765615" y="298321"/>
            <a:ext cx="5683250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US" altLang="zh-CN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RESEARCH GAP</a:t>
            </a:r>
            <a:r>
              <a:rPr lang="zh-CN" altLang="en-US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 </a:t>
            </a:r>
            <a:endParaRPr lang="zh-CN" altLang="en-US" sz="5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57150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IBM Plex Sans" panose="020B0503050203000203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51161" y="-76742"/>
            <a:ext cx="1514263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4</a:t>
            </a:r>
            <a:endParaRPr lang="en-US" altLang="zh-CN" sz="88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319956" y="3489935"/>
            <a:ext cx="8633470" cy="968448"/>
            <a:chOff x="1898189" y="2451347"/>
            <a:chExt cx="7463076" cy="1052209"/>
          </a:xfrm>
          <a:solidFill>
            <a:srgbClr val="FFFFFF"/>
          </a:solidFill>
        </p:grpSpPr>
        <p:sp>
          <p:nvSpPr>
            <p:cNvPr id="36" name="圆角矩形 35"/>
            <p:cNvSpPr/>
            <p:nvPr/>
          </p:nvSpPr>
          <p:spPr>
            <a:xfrm>
              <a:off x="1898189" y="2451347"/>
              <a:ext cx="7463076" cy="1052209"/>
            </a:xfrm>
            <a:prstGeom prst="roundRect">
              <a:avLst>
                <a:gd name="adj" fmla="val 11892"/>
              </a:avLst>
            </a:prstGeom>
            <a:grpFill/>
            <a:ln w="57150"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IBM Plex Sans" panose="020B0503050203000203" charset="0"/>
              </a:endParaRPr>
            </a:p>
          </p:txBody>
        </p:sp>
        <p:sp>
          <p:nvSpPr>
            <p:cNvPr id="37" name="文本框 31"/>
            <p:cNvSpPr txBox="1"/>
            <p:nvPr/>
          </p:nvSpPr>
          <p:spPr>
            <a:xfrm>
              <a:off x="2027733" y="2561734"/>
              <a:ext cx="6032591" cy="827215"/>
            </a:xfrm>
            <a:prstGeom prst="rect">
              <a:avLst/>
            </a:prstGeom>
            <a:grp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indent="342900">
                <a:lnSpc>
                  <a:spcPct val="150000"/>
                </a:lnSpc>
              </a:pPr>
              <a:r>
                <a:rPr sz="1400" b="1">
                  <a:sym typeface="+mn-ea"/>
                </a:rPr>
                <a:t>Difficulty with long context understanding in traditional models.</a:t>
              </a:r>
              <a:endParaRPr sz="1400" b="1">
                <a:sym typeface="+mn-ea"/>
              </a:endParaRPr>
            </a:p>
            <a:p>
              <a:pPr indent="342900">
                <a:lnSpc>
                  <a:spcPct val="150000"/>
                </a:lnSpc>
              </a:pPr>
              <a:r>
                <a:rPr sz="1400" b="1">
                  <a:sym typeface="+mn-ea"/>
                </a:rPr>
                <a:t>Limited domain-specific adaptations.</a:t>
              </a:r>
              <a:endParaRPr sz="1400" b="1">
                <a:sym typeface="+mn-ea"/>
              </a:endParaRPr>
            </a:p>
            <a:p>
              <a:pPr indent="342900">
                <a:lnSpc>
                  <a:spcPct val="150000"/>
                </a:lnSpc>
              </a:pPr>
              <a:endParaRPr lang="zh-CN" altLang="en-US" sz="1400" b="1" dirty="0">
                <a:solidFill>
                  <a:schemeClr val="tx2">
                    <a:lumMod val="50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  <a:sym typeface="+mn-ea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938911" y="4781554"/>
            <a:ext cx="8633470" cy="968448"/>
            <a:chOff x="2525417" y="3853299"/>
            <a:chExt cx="7463076" cy="1052209"/>
          </a:xfrm>
          <a:solidFill>
            <a:srgbClr val="FFFFFF"/>
          </a:solidFill>
        </p:grpSpPr>
        <p:sp>
          <p:nvSpPr>
            <p:cNvPr id="34" name="圆角矩形 33"/>
            <p:cNvSpPr/>
            <p:nvPr/>
          </p:nvSpPr>
          <p:spPr>
            <a:xfrm>
              <a:off x="2525417" y="3853299"/>
              <a:ext cx="7463076" cy="1052209"/>
            </a:xfrm>
            <a:prstGeom prst="roundRect">
              <a:avLst>
                <a:gd name="adj" fmla="val 11892"/>
              </a:avLst>
            </a:prstGeom>
            <a:grpFill/>
            <a:ln w="57150"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IBM Plex Sans" panose="020B0503050203000203" charset="0"/>
              </a:endParaRPr>
            </a:p>
          </p:txBody>
        </p:sp>
        <p:sp>
          <p:nvSpPr>
            <p:cNvPr id="35" name="文本框 32"/>
            <p:cNvSpPr txBox="1"/>
            <p:nvPr/>
          </p:nvSpPr>
          <p:spPr>
            <a:xfrm>
              <a:off x="2682460" y="3976855"/>
              <a:ext cx="6152520" cy="800998"/>
            </a:xfrm>
            <a:prstGeom prst="rect">
              <a:avLst/>
            </a:prstGeom>
            <a:grp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indent="342900">
                <a:lnSpc>
                  <a:spcPct val="150000"/>
                </a:lnSpc>
              </a:pPr>
              <a:r>
                <a:rPr sz="1400" b="1">
                  <a:sym typeface="+mn-ea"/>
                </a:rPr>
                <a:t>Need for lightweight real-time models.</a:t>
              </a:r>
              <a:endParaRPr sz="1400" b="1">
                <a:sym typeface="+mn-ea"/>
              </a:endParaRPr>
            </a:p>
            <a:p>
              <a:pPr indent="342900">
                <a:lnSpc>
                  <a:spcPct val="150000"/>
                </a:lnSpc>
              </a:pPr>
              <a:r>
                <a:rPr sz="1400" b="1">
                  <a:sym typeface="+mn-ea"/>
                </a:rPr>
                <a:t>Bias and ethical issues remain challenges.</a:t>
              </a:r>
              <a:endParaRPr lang="zh-CN" altLang="en-US" sz="1400" b="1" dirty="0">
                <a:solidFill>
                  <a:schemeClr val="tx2">
                    <a:lumMod val="50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  <a:sym typeface="+mn-ea"/>
              </a:endParaRPr>
            </a:p>
          </p:txBody>
        </p:sp>
      </p:grp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266888" y="2454278"/>
            <a:ext cx="9920855" cy="729967"/>
            <a:chOff x="790009" y="1062617"/>
            <a:chExt cx="7540098" cy="554793"/>
          </a:xfrm>
          <a:solidFill>
            <a:srgbClr val="44546A"/>
          </a:solidFill>
        </p:grpSpPr>
        <p:grpSp>
          <p:nvGrpSpPr>
            <p:cNvPr id="16" name="组合 15"/>
            <p:cNvGrpSpPr/>
            <p:nvPr/>
          </p:nvGrpSpPr>
          <p:grpSpPr>
            <a:xfrm>
              <a:off x="790009" y="1062617"/>
              <a:ext cx="7540098" cy="554793"/>
              <a:chOff x="1053345" y="1373137"/>
              <a:chExt cx="10053464" cy="914033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1053345" y="1373137"/>
                <a:ext cx="7917056" cy="914033"/>
                <a:chOff x="611187" y="1307273"/>
                <a:chExt cx="7917056" cy="914033"/>
              </a:xfrm>
              <a:grpFill/>
            </p:grpSpPr>
            <p:sp>
              <p:nvSpPr>
                <p:cNvPr id="21" name="任意多边形 20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611187" y="1307273"/>
                  <a:ext cx="1523389" cy="914033"/>
                </a:xfrm>
                <a:custGeom>
                  <a:avLst/>
                  <a:gdLst>
                    <a:gd name="connsiteX0" fmla="*/ 0 w 1171277"/>
                    <a:gd name="connsiteY0" fmla="*/ 70277 h 702766"/>
                    <a:gd name="connsiteX1" fmla="*/ 70277 w 1171277"/>
                    <a:gd name="connsiteY1" fmla="*/ 0 h 702766"/>
                    <a:gd name="connsiteX2" fmla="*/ 1101000 w 1171277"/>
                    <a:gd name="connsiteY2" fmla="*/ 0 h 702766"/>
                    <a:gd name="connsiteX3" fmla="*/ 1171277 w 1171277"/>
                    <a:gd name="connsiteY3" fmla="*/ 70277 h 702766"/>
                    <a:gd name="connsiteX4" fmla="*/ 1171277 w 1171277"/>
                    <a:gd name="connsiteY4" fmla="*/ 632489 h 702766"/>
                    <a:gd name="connsiteX5" fmla="*/ 1101000 w 1171277"/>
                    <a:gd name="connsiteY5" fmla="*/ 702766 h 702766"/>
                    <a:gd name="connsiteX6" fmla="*/ 70277 w 1171277"/>
                    <a:gd name="connsiteY6" fmla="*/ 702766 h 702766"/>
                    <a:gd name="connsiteX7" fmla="*/ 0 w 1171277"/>
                    <a:gd name="connsiteY7" fmla="*/ 632489 h 702766"/>
                    <a:gd name="connsiteX8" fmla="*/ 0 w 1171277"/>
                    <a:gd name="connsiteY8" fmla="*/ 70277 h 702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71277" h="702766">
                      <a:moveTo>
                        <a:pt x="0" y="70277"/>
                      </a:moveTo>
                      <a:cubicBezTo>
                        <a:pt x="0" y="31464"/>
                        <a:pt x="31464" y="0"/>
                        <a:pt x="70277" y="0"/>
                      </a:cubicBezTo>
                      <a:lnTo>
                        <a:pt x="1101000" y="0"/>
                      </a:lnTo>
                      <a:cubicBezTo>
                        <a:pt x="1139813" y="0"/>
                        <a:pt x="1171277" y="31464"/>
                        <a:pt x="1171277" y="70277"/>
                      </a:cubicBezTo>
                      <a:lnTo>
                        <a:pt x="1171277" y="632489"/>
                      </a:lnTo>
                      <a:cubicBezTo>
                        <a:pt x="1171277" y="671302"/>
                        <a:pt x="1139813" y="702766"/>
                        <a:pt x="1101000" y="702766"/>
                      </a:cubicBezTo>
                      <a:lnTo>
                        <a:pt x="70277" y="702766"/>
                      </a:lnTo>
                      <a:cubicBezTo>
                        <a:pt x="31464" y="702766"/>
                        <a:pt x="0" y="671302"/>
                        <a:pt x="0" y="632489"/>
                      </a:cubicBezTo>
                      <a:lnTo>
                        <a:pt x="0" y="7027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31073" tIns="131073" rIns="131073" bIns="131073" numCol="1" spcCol="1270" anchor="ctr" anchorCtr="0">
                  <a:noAutofit/>
                </a:bodyPr>
                <a:lstStyle/>
                <a:p>
                  <a:pPr algn="ctr" defTabSz="967105"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2000">
                    <a:solidFill>
                      <a:srgbClr val="FFFFFF"/>
                    </a:solidFill>
                    <a:cs typeface="IBM Plex Sans" panose="020B0503050203000203" charset="0"/>
                  </a:endParaRPr>
                </a:p>
              </p:txBody>
            </p:sp>
            <p:sp>
              <p:nvSpPr>
                <p:cNvPr id="22" name="任意多边形 21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2286916" y="1575389"/>
                  <a:ext cx="322958" cy="377800"/>
                </a:xfrm>
                <a:custGeom>
                  <a:avLst/>
                  <a:gdLst>
                    <a:gd name="connsiteX0" fmla="*/ 0 w 248310"/>
                    <a:gd name="connsiteY0" fmla="*/ 58095 h 290476"/>
                    <a:gd name="connsiteX1" fmla="*/ 124155 w 248310"/>
                    <a:gd name="connsiteY1" fmla="*/ 58095 h 290476"/>
                    <a:gd name="connsiteX2" fmla="*/ 124155 w 248310"/>
                    <a:gd name="connsiteY2" fmla="*/ 0 h 290476"/>
                    <a:gd name="connsiteX3" fmla="*/ 248310 w 248310"/>
                    <a:gd name="connsiteY3" fmla="*/ 145238 h 290476"/>
                    <a:gd name="connsiteX4" fmla="*/ 124155 w 248310"/>
                    <a:gd name="connsiteY4" fmla="*/ 290476 h 290476"/>
                    <a:gd name="connsiteX5" fmla="*/ 124155 w 248310"/>
                    <a:gd name="connsiteY5" fmla="*/ 232381 h 290476"/>
                    <a:gd name="connsiteX6" fmla="*/ 0 w 248310"/>
                    <a:gd name="connsiteY6" fmla="*/ 232381 h 290476"/>
                    <a:gd name="connsiteX7" fmla="*/ 0 w 248310"/>
                    <a:gd name="connsiteY7" fmla="*/ 58095 h 29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310" h="290476">
                      <a:moveTo>
                        <a:pt x="0" y="58095"/>
                      </a:moveTo>
                      <a:lnTo>
                        <a:pt x="124155" y="58095"/>
                      </a:lnTo>
                      <a:lnTo>
                        <a:pt x="124155" y="0"/>
                      </a:lnTo>
                      <a:lnTo>
                        <a:pt x="248310" y="145238"/>
                      </a:lnTo>
                      <a:lnTo>
                        <a:pt x="124155" y="290476"/>
                      </a:lnTo>
                      <a:lnTo>
                        <a:pt x="124155" y="232381"/>
                      </a:lnTo>
                      <a:lnTo>
                        <a:pt x="0" y="232381"/>
                      </a:lnTo>
                      <a:lnTo>
                        <a:pt x="0" y="58095"/>
                      </a:lnTo>
                      <a:close/>
                    </a:path>
                  </a:pathLst>
                </a:custGeom>
                <a:grpFill/>
              </p:spPr>
              <p:style>
                <a:lnRef idx="0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0" tIns="58095" rIns="74493" bIns="58095" numCol="1" spcCol="1270" anchor="ctr" anchorCtr="0">
                  <a:noAutofit/>
                </a:bodyPr>
                <a:lstStyle/>
                <a:p>
                  <a:pPr algn="ctr" defTabSz="400050"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800">
                    <a:solidFill>
                      <a:srgbClr val="FFFFFF"/>
                    </a:solidFill>
                    <a:cs typeface="IBM Plex Sans" panose="020B0503050203000203" charset="0"/>
                  </a:endParaRPr>
                </a:p>
              </p:txBody>
            </p:sp>
            <p:sp>
              <p:nvSpPr>
                <p:cNvPr id="23" name="任意多边形 22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2739363" y="1307273"/>
                  <a:ext cx="1523389" cy="914033"/>
                </a:xfrm>
                <a:custGeom>
                  <a:avLst/>
                  <a:gdLst>
                    <a:gd name="connsiteX0" fmla="*/ 0 w 1171277"/>
                    <a:gd name="connsiteY0" fmla="*/ 70277 h 702766"/>
                    <a:gd name="connsiteX1" fmla="*/ 70277 w 1171277"/>
                    <a:gd name="connsiteY1" fmla="*/ 0 h 702766"/>
                    <a:gd name="connsiteX2" fmla="*/ 1101000 w 1171277"/>
                    <a:gd name="connsiteY2" fmla="*/ 0 h 702766"/>
                    <a:gd name="connsiteX3" fmla="*/ 1171277 w 1171277"/>
                    <a:gd name="connsiteY3" fmla="*/ 70277 h 702766"/>
                    <a:gd name="connsiteX4" fmla="*/ 1171277 w 1171277"/>
                    <a:gd name="connsiteY4" fmla="*/ 632489 h 702766"/>
                    <a:gd name="connsiteX5" fmla="*/ 1101000 w 1171277"/>
                    <a:gd name="connsiteY5" fmla="*/ 702766 h 702766"/>
                    <a:gd name="connsiteX6" fmla="*/ 70277 w 1171277"/>
                    <a:gd name="connsiteY6" fmla="*/ 702766 h 702766"/>
                    <a:gd name="connsiteX7" fmla="*/ 0 w 1171277"/>
                    <a:gd name="connsiteY7" fmla="*/ 632489 h 702766"/>
                    <a:gd name="connsiteX8" fmla="*/ 0 w 1171277"/>
                    <a:gd name="connsiteY8" fmla="*/ 70277 h 702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71277" h="702766">
                      <a:moveTo>
                        <a:pt x="0" y="70277"/>
                      </a:moveTo>
                      <a:cubicBezTo>
                        <a:pt x="0" y="31464"/>
                        <a:pt x="31464" y="0"/>
                        <a:pt x="70277" y="0"/>
                      </a:cubicBezTo>
                      <a:lnTo>
                        <a:pt x="1101000" y="0"/>
                      </a:lnTo>
                      <a:cubicBezTo>
                        <a:pt x="1139813" y="0"/>
                        <a:pt x="1171277" y="31464"/>
                        <a:pt x="1171277" y="70277"/>
                      </a:cubicBezTo>
                      <a:lnTo>
                        <a:pt x="1171277" y="632489"/>
                      </a:lnTo>
                      <a:cubicBezTo>
                        <a:pt x="1171277" y="671302"/>
                        <a:pt x="1139813" y="702766"/>
                        <a:pt x="1101000" y="702766"/>
                      </a:cubicBezTo>
                      <a:lnTo>
                        <a:pt x="70277" y="702766"/>
                      </a:lnTo>
                      <a:cubicBezTo>
                        <a:pt x="31464" y="702766"/>
                        <a:pt x="0" y="671302"/>
                        <a:pt x="0" y="632489"/>
                      </a:cubicBezTo>
                      <a:lnTo>
                        <a:pt x="0" y="7027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34883" tIns="134883" rIns="134883" bIns="134883" numCol="1" spcCol="1270" anchor="ctr" anchorCtr="0">
                  <a:noAutofit/>
                </a:bodyPr>
                <a:lstStyle/>
                <a:p>
                  <a:pPr algn="ctr" defTabSz="1000125"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2000">
                    <a:solidFill>
                      <a:srgbClr val="FFFFFF"/>
                    </a:solidFill>
                    <a:cs typeface="IBM Plex Sans" panose="020B0503050203000203" charset="0"/>
                  </a:endParaRPr>
                </a:p>
              </p:txBody>
            </p:sp>
            <p:sp>
              <p:nvSpPr>
                <p:cNvPr id="24" name="任意多边形 23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4419662" y="1575389"/>
                  <a:ext cx="322958" cy="377800"/>
                </a:xfrm>
                <a:custGeom>
                  <a:avLst/>
                  <a:gdLst>
                    <a:gd name="connsiteX0" fmla="*/ 0 w 248310"/>
                    <a:gd name="connsiteY0" fmla="*/ 58095 h 290476"/>
                    <a:gd name="connsiteX1" fmla="*/ 124155 w 248310"/>
                    <a:gd name="connsiteY1" fmla="*/ 58095 h 290476"/>
                    <a:gd name="connsiteX2" fmla="*/ 124155 w 248310"/>
                    <a:gd name="connsiteY2" fmla="*/ 0 h 290476"/>
                    <a:gd name="connsiteX3" fmla="*/ 248310 w 248310"/>
                    <a:gd name="connsiteY3" fmla="*/ 145238 h 290476"/>
                    <a:gd name="connsiteX4" fmla="*/ 124155 w 248310"/>
                    <a:gd name="connsiteY4" fmla="*/ 290476 h 290476"/>
                    <a:gd name="connsiteX5" fmla="*/ 124155 w 248310"/>
                    <a:gd name="connsiteY5" fmla="*/ 232381 h 290476"/>
                    <a:gd name="connsiteX6" fmla="*/ 0 w 248310"/>
                    <a:gd name="connsiteY6" fmla="*/ 232381 h 290476"/>
                    <a:gd name="connsiteX7" fmla="*/ 0 w 248310"/>
                    <a:gd name="connsiteY7" fmla="*/ 58095 h 29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310" h="290476">
                      <a:moveTo>
                        <a:pt x="0" y="58095"/>
                      </a:moveTo>
                      <a:lnTo>
                        <a:pt x="124155" y="58095"/>
                      </a:lnTo>
                      <a:lnTo>
                        <a:pt x="124155" y="0"/>
                      </a:lnTo>
                      <a:lnTo>
                        <a:pt x="248310" y="145238"/>
                      </a:lnTo>
                      <a:lnTo>
                        <a:pt x="124155" y="290476"/>
                      </a:lnTo>
                      <a:lnTo>
                        <a:pt x="124155" y="232381"/>
                      </a:lnTo>
                      <a:lnTo>
                        <a:pt x="0" y="232381"/>
                      </a:lnTo>
                      <a:lnTo>
                        <a:pt x="0" y="58095"/>
                      </a:lnTo>
                      <a:close/>
                    </a:path>
                  </a:pathLst>
                </a:custGeom>
                <a:grpFill/>
              </p:spPr>
              <p:style>
                <a:lnRef idx="0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0" tIns="58095" rIns="74493" bIns="58095" numCol="1" spcCol="1270" anchor="ctr" anchorCtr="0">
                  <a:noAutofit/>
                </a:bodyPr>
                <a:lstStyle/>
                <a:p>
                  <a:pPr algn="ctr" defTabSz="400050"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800">
                    <a:solidFill>
                      <a:srgbClr val="FFFFFF"/>
                    </a:solidFill>
                    <a:cs typeface="IBM Plex Sans" panose="020B0503050203000203" charset="0"/>
                  </a:endParaRPr>
                </a:p>
              </p:txBody>
            </p:sp>
            <p:sp>
              <p:nvSpPr>
                <p:cNvPr id="25" name="任意多边形 24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4881250" y="1307273"/>
                  <a:ext cx="1523389" cy="914033"/>
                </a:xfrm>
                <a:custGeom>
                  <a:avLst/>
                  <a:gdLst>
                    <a:gd name="connsiteX0" fmla="*/ 0 w 1171277"/>
                    <a:gd name="connsiteY0" fmla="*/ 70277 h 702766"/>
                    <a:gd name="connsiteX1" fmla="*/ 70277 w 1171277"/>
                    <a:gd name="connsiteY1" fmla="*/ 0 h 702766"/>
                    <a:gd name="connsiteX2" fmla="*/ 1101000 w 1171277"/>
                    <a:gd name="connsiteY2" fmla="*/ 0 h 702766"/>
                    <a:gd name="connsiteX3" fmla="*/ 1171277 w 1171277"/>
                    <a:gd name="connsiteY3" fmla="*/ 70277 h 702766"/>
                    <a:gd name="connsiteX4" fmla="*/ 1171277 w 1171277"/>
                    <a:gd name="connsiteY4" fmla="*/ 632489 h 702766"/>
                    <a:gd name="connsiteX5" fmla="*/ 1101000 w 1171277"/>
                    <a:gd name="connsiteY5" fmla="*/ 702766 h 702766"/>
                    <a:gd name="connsiteX6" fmla="*/ 70277 w 1171277"/>
                    <a:gd name="connsiteY6" fmla="*/ 702766 h 702766"/>
                    <a:gd name="connsiteX7" fmla="*/ 0 w 1171277"/>
                    <a:gd name="connsiteY7" fmla="*/ 632489 h 702766"/>
                    <a:gd name="connsiteX8" fmla="*/ 0 w 1171277"/>
                    <a:gd name="connsiteY8" fmla="*/ 70277 h 702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71277" h="702766">
                      <a:moveTo>
                        <a:pt x="0" y="70277"/>
                      </a:moveTo>
                      <a:cubicBezTo>
                        <a:pt x="0" y="31464"/>
                        <a:pt x="31464" y="0"/>
                        <a:pt x="70277" y="0"/>
                      </a:cubicBezTo>
                      <a:lnTo>
                        <a:pt x="1101000" y="0"/>
                      </a:lnTo>
                      <a:cubicBezTo>
                        <a:pt x="1139813" y="0"/>
                        <a:pt x="1171277" y="31464"/>
                        <a:pt x="1171277" y="70277"/>
                      </a:cubicBezTo>
                      <a:lnTo>
                        <a:pt x="1171277" y="632489"/>
                      </a:lnTo>
                      <a:cubicBezTo>
                        <a:pt x="1171277" y="671302"/>
                        <a:pt x="1139813" y="702766"/>
                        <a:pt x="1101000" y="702766"/>
                      </a:cubicBezTo>
                      <a:lnTo>
                        <a:pt x="70277" y="702766"/>
                      </a:lnTo>
                      <a:cubicBezTo>
                        <a:pt x="31464" y="702766"/>
                        <a:pt x="0" y="671302"/>
                        <a:pt x="0" y="632489"/>
                      </a:cubicBezTo>
                      <a:lnTo>
                        <a:pt x="0" y="7027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31073" tIns="131073" rIns="131073" bIns="131073" numCol="1" spcCol="1270" anchor="ctr" anchorCtr="0">
                  <a:noAutofit/>
                </a:bodyPr>
                <a:lstStyle/>
                <a:p>
                  <a:pPr algn="ctr" defTabSz="967105"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2000">
                    <a:solidFill>
                      <a:srgbClr val="FFFFFF"/>
                    </a:solidFill>
                    <a:cs typeface="IBM Plex Sans" panose="020B0503050203000203" charset="0"/>
                  </a:endParaRPr>
                </a:p>
              </p:txBody>
            </p:sp>
            <p:sp>
              <p:nvSpPr>
                <p:cNvPr id="26" name="任意多边形 25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6552407" y="1575389"/>
                  <a:ext cx="322958" cy="377800"/>
                </a:xfrm>
                <a:custGeom>
                  <a:avLst/>
                  <a:gdLst>
                    <a:gd name="connsiteX0" fmla="*/ 0 w 248310"/>
                    <a:gd name="connsiteY0" fmla="*/ 58095 h 290476"/>
                    <a:gd name="connsiteX1" fmla="*/ 124155 w 248310"/>
                    <a:gd name="connsiteY1" fmla="*/ 58095 h 290476"/>
                    <a:gd name="connsiteX2" fmla="*/ 124155 w 248310"/>
                    <a:gd name="connsiteY2" fmla="*/ 0 h 290476"/>
                    <a:gd name="connsiteX3" fmla="*/ 248310 w 248310"/>
                    <a:gd name="connsiteY3" fmla="*/ 145238 h 290476"/>
                    <a:gd name="connsiteX4" fmla="*/ 124155 w 248310"/>
                    <a:gd name="connsiteY4" fmla="*/ 290476 h 290476"/>
                    <a:gd name="connsiteX5" fmla="*/ 124155 w 248310"/>
                    <a:gd name="connsiteY5" fmla="*/ 232381 h 290476"/>
                    <a:gd name="connsiteX6" fmla="*/ 0 w 248310"/>
                    <a:gd name="connsiteY6" fmla="*/ 232381 h 290476"/>
                    <a:gd name="connsiteX7" fmla="*/ 0 w 248310"/>
                    <a:gd name="connsiteY7" fmla="*/ 58095 h 29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310" h="290476">
                      <a:moveTo>
                        <a:pt x="0" y="58095"/>
                      </a:moveTo>
                      <a:lnTo>
                        <a:pt x="124155" y="58095"/>
                      </a:lnTo>
                      <a:lnTo>
                        <a:pt x="124155" y="0"/>
                      </a:lnTo>
                      <a:lnTo>
                        <a:pt x="248310" y="145238"/>
                      </a:lnTo>
                      <a:lnTo>
                        <a:pt x="124155" y="290476"/>
                      </a:lnTo>
                      <a:lnTo>
                        <a:pt x="124155" y="232381"/>
                      </a:lnTo>
                      <a:lnTo>
                        <a:pt x="0" y="232381"/>
                      </a:lnTo>
                      <a:lnTo>
                        <a:pt x="0" y="58095"/>
                      </a:lnTo>
                      <a:close/>
                    </a:path>
                  </a:pathLst>
                </a:custGeom>
                <a:grpFill/>
              </p:spPr>
              <p:style>
                <a:lnRef idx="0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0" tIns="58095" rIns="74493" bIns="58095" numCol="1" spcCol="1270" anchor="ctr" anchorCtr="0">
                  <a:noAutofit/>
                </a:bodyPr>
                <a:lstStyle/>
                <a:p>
                  <a:pPr algn="ctr" defTabSz="400050"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800">
                    <a:solidFill>
                      <a:srgbClr val="FFFFFF"/>
                    </a:solidFill>
                    <a:cs typeface="IBM Plex Sans" panose="020B0503050203000203" charset="0"/>
                  </a:endParaRPr>
                </a:p>
              </p:txBody>
            </p:sp>
            <p:sp>
              <p:nvSpPr>
                <p:cNvPr id="27" name="任意多边形 26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7004854" y="1307273"/>
                  <a:ext cx="1523389" cy="914033"/>
                </a:xfrm>
                <a:custGeom>
                  <a:avLst/>
                  <a:gdLst>
                    <a:gd name="connsiteX0" fmla="*/ 0 w 1171277"/>
                    <a:gd name="connsiteY0" fmla="*/ 70277 h 702766"/>
                    <a:gd name="connsiteX1" fmla="*/ 70277 w 1171277"/>
                    <a:gd name="connsiteY1" fmla="*/ 0 h 702766"/>
                    <a:gd name="connsiteX2" fmla="*/ 1101000 w 1171277"/>
                    <a:gd name="connsiteY2" fmla="*/ 0 h 702766"/>
                    <a:gd name="connsiteX3" fmla="*/ 1171277 w 1171277"/>
                    <a:gd name="connsiteY3" fmla="*/ 70277 h 702766"/>
                    <a:gd name="connsiteX4" fmla="*/ 1171277 w 1171277"/>
                    <a:gd name="connsiteY4" fmla="*/ 632489 h 702766"/>
                    <a:gd name="connsiteX5" fmla="*/ 1101000 w 1171277"/>
                    <a:gd name="connsiteY5" fmla="*/ 702766 h 702766"/>
                    <a:gd name="connsiteX6" fmla="*/ 70277 w 1171277"/>
                    <a:gd name="connsiteY6" fmla="*/ 702766 h 702766"/>
                    <a:gd name="connsiteX7" fmla="*/ 0 w 1171277"/>
                    <a:gd name="connsiteY7" fmla="*/ 632489 h 702766"/>
                    <a:gd name="connsiteX8" fmla="*/ 0 w 1171277"/>
                    <a:gd name="connsiteY8" fmla="*/ 70277 h 702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71277" h="702766">
                      <a:moveTo>
                        <a:pt x="0" y="70277"/>
                      </a:moveTo>
                      <a:cubicBezTo>
                        <a:pt x="0" y="31464"/>
                        <a:pt x="31464" y="0"/>
                        <a:pt x="70277" y="0"/>
                      </a:cubicBezTo>
                      <a:lnTo>
                        <a:pt x="1101000" y="0"/>
                      </a:lnTo>
                      <a:cubicBezTo>
                        <a:pt x="1139813" y="0"/>
                        <a:pt x="1171277" y="31464"/>
                        <a:pt x="1171277" y="70277"/>
                      </a:cubicBezTo>
                      <a:lnTo>
                        <a:pt x="1171277" y="632489"/>
                      </a:lnTo>
                      <a:cubicBezTo>
                        <a:pt x="1171277" y="671302"/>
                        <a:pt x="1139813" y="702766"/>
                        <a:pt x="1101000" y="702766"/>
                      </a:cubicBezTo>
                      <a:lnTo>
                        <a:pt x="70277" y="702766"/>
                      </a:lnTo>
                      <a:cubicBezTo>
                        <a:pt x="31464" y="702766"/>
                        <a:pt x="0" y="671302"/>
                        <a:pt x="0" y="632489"/>
                      </a:cubicBezTo>
                      <a:lnTo>
                        <a:pt x="0" y="7027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31073" tIns="131073" rIns="131073" bIns="131073" numCol="1" spcCol="1270" anchor="ctr" anchorCtr="0">
                  <a:noAutofit/>
                </a:bodyPr>
                <a:lstStyle/>
                <a:p>
                  <a:pPr algn="ctr" defTabSz="967105"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2000">
                    <a:solidFill>
                      <a:srgbClr val="FFFFFF"/>
                    </a:solidFill>
                    <a:cs typeface="IBM Plex Sans" panose="020B0503050203000203" charset="0"/>
                  </a:endParaRPr>
                </a:p>
              </p:txBody>
            </p:sp>
            <p:sp>
              <p:nvSpPr>
                <p:cNvPr id="28" name="文本框 20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615756" y="1545350"/>
                  <a:ext cx="1514251" cy="57646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D9E1FF"/>
                      </a:solidFill>
                      <a:latin typeface="Syne Bold" pitchFamily="34" charset="0"/>
                      <a:ea typeface="Syne Bold" pitchFamily="34" charset="-122"/>
                      <a:cs typeface="Syne Bold" pitchFamily="34" charset="-120"/>
                      <a:sym typeface="+mn-ea"/>
                    </a:rPr>
                    <a:t>Core Understanding</a:t>
                  </a:r>
                  <a:endParaRPr sz="1200" b="1" dirty="0" smtClean="0">
                    <a:solidFill>
                      <a:srgbClr val="FFFFFF"/>
                    </a:solidFill>
                    <a:latin typeface="IBM Plex Sans" panose="020B0503050203000203" charset="0"/>
                    <a:ea typeface="IBM Plex Sans" panose="020B0503050203000203" charset="0"/>
                    <a:cs typeface="IBM Plex Sans" panose="020B0503050203000203" charset="0"/>
                  </a:endParaRPr>
                </a:p>
              </p:txBody>
            </p:sp>
            <p:sp>
              <p:nvSpPr>
                <p:cNvPr id="29" name="文本框 21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2743932" y="1545350"/>
                  <a:ext cx="1514251" cy="57646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D9E1FF"/>
                      </a:solidFill>
                      <a:latin typeface="Syne Bold" pitchFamily="34" charset="0"/>
                      <a:ea typeface="Syne Bold" pitchFamily="34" charset="-122"/>
                      <a:cs typeface="Syne Bold" pitchFamily="34" charset="-120"/>
                      <a:sym typeface="+mn-ea"/>
                    </a:rPr>
                    <a:t>Technical Exploration</a:t>
                  </a:r>
                  <a:endParaRPr sz="1200" b="1" dirty="0">
                    <a:solidFill>
                      <a:srgbClr val="FFFFFF"/>
                    </a:solidFill>
                    <a:latin typeface="IBM Plex Sans" panose="020B0503050203000203" charset="0"/>
                    <a:ea typeface="IBM Plex Sans" panose="020B0503050203000203" charset="0"/>
                    <a:cs typeface="IBM Plex Sans" panose="020B0503050203000203" charset="0"/>
                  </a:endParaRPr>
                </a:p>
              </p:txBody>
            </p:sp>
            <p:sp>
              <p:nvSpPr>
                <p:cNvPr id="30" name="文本框 22"/>
                <p:cNvSpPr txBox="1"/>
                <p:nvPr>
                  <p:custDataLst>
                    <p:tags r:id="rId13"/>
                  </p:custDataLst>
                </p:nvPr>
              </p:nvSpPr>
              <p:spPr>
                <a:xfrm>
                  <a:off x="4885819" y="1532932"/>
                  <a:ext cx="1514251" cy="57646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D9E1FF"/>
                      </a:solidFill>
                      <a:latin typeface="Syne Bold" pitchFamily="34" charset="0"/>
                      <a:ea typeface="Syne Bold" pitchFamily="34" charset="-122"/>
                      <a:cs typeface="Syne Bold" pitchFamily="34" charset="-120"/>
                      <a:sym typeface="+mn-ea"/>
                    </a:rPr>
                    <a:t>Practical Implementation</a:t>
                  </a:r>
                  <a:endParaRPr sz="1200" b="1" dirty="0">
                    <a:solidFill>
                      <a:srgbClr val="FFFFFF"/>
                    </a:solidFill>
                    <a:latin typeface="IBM Plex Sans" panose="020B0503050203000203" charset="0"/>
                    <a:ea typeface="IBM Plex Sans" panose="020B0503050203000203" charset="0"/>
                    <a:cs typeface="IBM Plex Sans" panose="020B0503050203000203" charset="0"/>
                  </a:endParaRPr>
                </a:p>
              </p:txBody>
            </p:sp>
            <p:sp>
              <p:nvSpPr>
                <p:cNvPr id="31" name="文本框 23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7009423" y="1545350"/>
                  <a:ext cx="1514251" cy="384043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rgbClr val="D9E1FF"/>
                      </a:solidFill>
                      <a:latin typeface="Syne Bold" pitchFamily="34" charset="0"/>
                      <a:ea typeface="Syne Bold" pitchFamily="34" charset="-122"/>
                      <a:cs typeface="Syne Bold" pitchFamily="34" charset="-120"/>
                      <a:sym typeface="+mn-ea"/>
                    </a:rPr>
                    <a:t>Future Vision</a:t>
                  </a:r>
                  <a:endParaRPr lang="en-US" sz="1400" b="1" dirty="0" smtClean="0">
                    <a:solidFill>
                      <a:srgbClr val="D9E1FF"/>
                    </a:solidFill>
                    <a:latin typeface="Syne Bold" pitchFamily="34" charset="0"/>
                    <a:ea typeface="Syne Bold" pitchFamily="34" charset="-122"/>
                    <a:cs typeface="Syne Bold" pitchFamily="34" charset="-120"/>
                    <a:sym typeface="+mn-ea"/>
                  </a:endParaRPr>
                </a:p>
              </p:txBody>
            </p:sp>
          </p:grpSp>
          <p:sp>
            <p:nvSpPr>
              <p:cNvPr id="19" name="任意多边形 18"/>
              <p:cNvSpPr/>
              <p:nvPr>
                <p:custDataLst>
                  <p:tags r:id="rId15"/>
                </p:custDataLst>
              </p:nvPr>
            </p:nvSpPr>
            <p:spPr>
              <a:xfrm>
                <a:off x="9130973" y="1641253"/>
                <a:ext cx="322958" cy="377800"/>
              </a:xfrm>
              <a:custGeom>
                <a:avLst/>
                <a:gdLst>
                  <a:gd name="connsiteX0" fmla="*/ 0 w 248310"/>
                  <a:gd name="connsiteY0" fmla="*/ 58095 h 290476"/>
                  <a:gd name="connsiteX1" fmla="*/ 124155 w 248310"/>
                  <a:gd name="connsiteY1" fmla="*/ 58095 h 290476"/>
                  <a:gd name="connsiteX2" fmla="*/ 124155 w 248310"/>
                  <a:gd name="connsiteY2" fmla="*/ 0 h 290476"/>
                  <a:gd name="connsiteX3" fmla="*/ 248310 w 248310"/>
                  <a:gd name="connsiteY3" fmla="*/ 145238 h 290476"/>
                  <a:gd name="connsiteX4" fmla="*/ 124155 w 248310"/>
                  <a:gd name="connsiteY4" fmla="*/ 290476 h 290476"/>
                  <a:gd name="connsiteX5" fmla="*/ 124155 w 248310"/>
                  <a:gd name="connsiteY5" fmla="*/ 232381 h 290476"/>
                  <a:gd name="connsiteX6" fmla="*/ 0 w 248310"/>
                  <a:gd name="connsiteY6" fmla="*/ 232381 h 290476"/>
                  <a:gd name="connsiteX7" fmla="*/ 0 w 248310"/>
                  <a:gd name="connsiteY7" fmla="*/ 58095 h 29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8310" h="290476">
                    <a:moveTo>
                      <a:pt x="0" y="58095"/>
                    </a:moveTo>
                    <a:lnTo>
                      <a:pt x="124155" y="58095"/>
                    </a:lnTo>
                    <a:lnTo>
                      <a:pt x="124155" y="0"/>
                    </a:lnTo>
                    <a:lnTo>
                      <a:pt x="248310" y="145238"/>
                    </a:lnTo>
                    <a:lnTo>
                      <a:pt x="124155" y="290476"/>
                    </a:lnTo>
                    <a:lnTo>
                      <a:pt x="124155" y="232381"/>
                    </a:lnTo>
                    <a:lnTo>
                      <a:pt x="0" y="232381"/>
                    </a:lnTo>
                    <a:lnTo>
                      <a:pt x="0" y="58095"/>
                    </a:lnTo>
                    <a:close/>
                  </a:path>
                </a:pathLst>
              </a:custGeom>
              <a:grpFill/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0" tIns="58095" rIns="74493" bIns="58095" numCol="1" spcCol="1270" anchor="ctr" anchorCtr="0">
                <a:noAutofit/>
              </a:bodyPr>
              <a:lstStyle/>
              <a:p>
                <a:pPr algn="ctr" defTabSz="400050">
                  <a:spcBef>
                    <a:spcPct val="0"/>
                  </a:spcBef>
                  <a:spcAft>
                    <a:spcPct val="35000"/>
                  </a:spcAft>
                </a:pPr>
                <a:endParaRPr lang="zh-CN" altLang="en-US" sz="800">
                  <a:solidFill>
                    <a:srgbClr val="FFFFFF"/>
                  </a:solidFill>
                  <a:cs typeface="IBM Plex Sans" panose="020B0503050203000203" charset="0"/>
                </a:endParaRPr>
              </a:p>
            </p:txBody>
          </p:sp>
          <p:sp>
            <p:nvSpPr>
              <p:cNvPr id="20" name="任意多边形 19"/>
              <p:cNvSpPr/>
              <p:nvPr>
                <p:custDataLst>
                  <p:tags r:id="rId16"/>
                </p:custDataLst>
              </p:nvPr>
            </p:nvSpPr>
            <p:spPr>
              <a:xfrm>
                <a:off x="9583420" y="1373137"/>
                <a:ext cx="1523389" cy="914033"/>
              </a:xfrm>
              <a:custGeom>
                <a:avLst/>
                <a:gdLst>
                  <a:gd name="connsiteX0" fmla="*/ 0 w 1171277"/>
                  <a:gd name="connsiteY0" fmla="*/ 70277 h 702766"/>
                  <a:gd name="connsiteX1" fmla="*/ 70277 w 1171277"/>
                  <a:gd name="connsiteY1" fmla="*/ 0 h 702766"/>
                  <a:gd name="connsiteX2" fmla="*/ 1101000 w 1171277"/>
                  <a:gd name="connsiteY2" fmla="*/ 0 h 702766"/>
                  <a:gd name="connsiteX3" fmla="*/ 1171277 w 1171277"/>
                  <a:gd name="connsiteY3" fmla="*/ 70277 h 702766"/>
                  <a:gd name="connsiteX4" fmla="*/ 1171277 w 1171277"/>
                  <a:gd name="connsiteY4" fmla="*/ 632489 h 702766"/>
                  <a:gd name="connsiteX5" fmla="*/ 1101000 w 1171277"/>
                  <a:gd name="connsiteY5" fmla="*/ 702766 h 702766"/>
                  <a:gd name="connsiteX6" fmla="*/ 70277 w 1171277"/>
                  <a:gd name="connsiteY6" fmla="*/ 702766 h 702766"/>
                  <a:gd name="connsiteX7" fmla="*/ 0 w 1171277"/>
                  <a:gd name="connsiteY7" fmla="*/ 632489 h 702766"/>
                  <a:gd name="connsiteX8" fmla="*/ 0 w 1171277"/>
                  <a:gd name="connsiteY8" fmla="*/ 70277 h 7027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1277" h="702766">
                    <a:moveTo>
                      <a:pt x="0" y="70277"/>
                    </a:moveTo>
                    <a:cubicBezTo>
                      <a:pt x="0" y="31464"/>
                      <a:pt x="31464" y="0"/>
                      <a:pt x="70277" y="0"/>
                    </a:cubicBezTo>
                    <a:lnTo>
                      <a:pt x="1101000" y="0"/>
                    </a:lnTo>
                    <a:cubicBezTo>
                      <a:pt x="1139813" y="0"/>
                      <a:pt x="1171277" y="31464"/>
                      <a:pt x="1171277" y="70277"/>
                    </a:cubicBezTo>
                    <a:lnTo>
                      <a:pt x="1171277" y="632489"/>
                    </a:lnTo>
                    <a:cubicBezTo>
                      <a:pt x="1171277" y="671302"/>
                      <a:pt x="1139813" y="702766"/>
                      <a:pt x="1101000" y="702766"/>
                    </a:cubicBezTo>
                    <a:lnTo>
                      <a:pt x="70277" y="702766"/>
                    </a:lnTo>
                    <a:cubicBezTo>
                      <a:pt x="31464" y="702766"/>
                      <a:pt x="0" y="671302"/>
                      <a:pt x="0" y="632489"/>
                    </a:cubicBezTo>
                    <a:lnTo>
                      <a:pt x="0" y="7027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31073" tIns="131073" rIns="131073" bIns="131073" numCol="1" spcCol="1270" anchor="ctr" anchorCtr="0">
                <a:noAutofit/>
              </a:bodyPr>
              <a:lstStyle/>
              <a:p>
                <a:pPr algn="ctr" defTabSz="967105">
                  <a:spcBef>
                    <a:spcPct val="0"/>
                  </a:spcBef>
                  <a:spcAft>
                    <a:spcPct val="35000"/>
                  </a:spcAft>
                </a:pPr>
                <a:endParaRPr lang="zh-CN" altLang="en-US" sz="2000">
                  <a:solidFill>
                    <a:srgbClr val="FFFFFF"/>
                  </a:solidFill>
                  <a:cs typeface="IBM Plex Sans" panose="020B0503050203000203" charset="0"/>
                </a:endParaRPr>
              </a:p>
            </p:txBody>
          </p:sp>
        </p:grpSp>
        <p:sp>
          <p:nvSpPr>
            <p:cNvPr id="17" name="文本框 23"/>
            <p:cNvSpPr txBox="1"/>
            <p:nvPr>
              <p:custDataLst>
                <p:tags r:id="rId17"/>
              </p:custDataLst>
            </p:nvPr>
          </p:nvSpPr>
          <p:spPr>
            <a:xfrm>
              <a:off x="7194419" y="1203871"/>
              <a:ext cx="1135688" cy="215729"/>
            </a:xfrm>
            <a:prstGeom prst="rect">
              <a:avLst/>
            </a:prstGeom>
            <a:grpFill/>
          </p:spPr>
          <p:txBody>
            <a:bodyPr wrap="square" lIns="68580" tIns="34290" rIns="68580" bIns="34290" rtlCol="0">
              <a:spAutoFit/>
            </a:bodyPr>
            <a:lstStyle/>
            <a:p>
              <a:pPr algn="ctr"/>
              <a:r>
                <a:rPr lang="en-US" sz="1400" b="1" dirty="0" smtClean="0">
                  <a:solidFill>
                    <a:srgbClr val="FFFFFF"/>
                  </a:solidFill>
                  <a:latin typeface="IBM Plex Sans" panose="020B0503050203000203" charset="0"/>
                  <a:ea typeface="IBM Plex Sans" panose="020B0503050203000203" charset="0"/>
                  <a:cs typeface="IBM Plex Sans" panose="020B0503050203000203" charset="0"/>
                </a:rPr>
                <a:t>Bias &amp; ethical</a:t>
              </a:r>
              <a:endParaRPr lang="en-US" sz="1400" b="1" dirty="0" smtClean="0">
                <a:solidFill>
                  <a:srgbClr val="FFFFFF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endParaRPr>
            </a:p>
          </p:txBody>
        </p:sp>
      </p:grpSp>
      <p:sp>
        <p:nvSpPr>
          <p:cNvPr id="14" name="任意多边形 13"/>
          <p:cNvSpPr/>
          <p:nvPr/>
        </p:nvSpPr>
        <p:spPr>
          <a:xfrm>
            <a:off x="8992219" y="4247589"/>
            <a:ext cx="1016310" cy="744760"/>
          </a:xfrm>
          <a:custGeom>
            <a:avLst/>
            <a:gdLst>
              <a:gd name="connsiteX0" fmla="*/ 0 w 792480"/>
              <a:gd name="connsiteY0" fmla="*/ 435864 h 792480"/>
              <a:gd name="connsiteX1" fmla="*/ 178308 w 792480"/>
              <a:gd name="connsiteY1" fmla="*/ 435864 h 792480"/>
              <a:gd name="connsiteX2" fmla="*/ 178308 w 792480"/>
              <a:gd name="connsiteY2" fmla="*/ 0 h 792480"/>
              <a:gd name="connsiteX3" fmla="*/ 614172 w 792480"/>
              <a:gd name="connsiteY3" fmla="*/ 0 h 792480"/>
              <a:gd name="connsiteX4" fmla="*/ 614172 w 792480"/>
              <a:gd name="connsiteY4" fmla="*/ 435864 h 792480"/>
              <a:gd name="connsiteX5" fmla="*/ 792480 w 792480"/>
              <a:gd name="connsiteY5" fmla="*/ 435864 h 792480"/>
              <a:gd name="connsiteX6" fmla="*/ 396240 w 792480"/>
              <a:gd name="connsiteY6" fmla="*/ 792480 h 792480"/>
              <a:gd name="connsiteX7" fmla="*/ 0 w 792480"/>
              <a:gd name="connsiteY7" fmla="*/ 435864 h 792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2480" h="792480">
                <a:moveTo>
                  <a:pt x="0" y="435864"/>
                </a:moveTo>
                <a:lnTo>
                  <a:pt x="178308" y="435864"/>
                </a:lnTo>
                <a:lnTo>
                  <a:pt x="178308" y="0"/>
                </a:lnTo>
                <a:lnTo>
                  <a:pt x="614172" y="0"/>
                </a:lnTo>
                <a:lnTo>
                  <a:pt x="614172" y="435864"/>
                </a:lnTo>
                <a:lnTo>
                  <a:pt x="792480" y="435864"/>
                </a:lnTo>
                <a:lnTo>
                  <a:pt x="396240" y="792480"/>
                </a:lnTo>
                <a:lnTo>
                  <a:pt x="0" y="435864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8021" tIns="34290" rIns="168021" bIns="181394" numCol="1" spcCol="953" anchor="ctr" anchorCtr="0">
            <a:noAutofit/>
          </a:bodyPr>
          <a:lstStyle/>
          <a:p>
            <a:pPr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700">
              <a:cs typeface="IBM Plex Sans" panose="020B050305020300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1136587" y="1064991"/>
              <a:ext cx="2032000" cy="809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1136587" y="1064991"/>
                <a:ext cx="2032000" cy="809625"/>
              </a:xfrm>
              <a:prstGeom prst="rect"/>
            </p:spPr>
          </p:pic>
        </mc:Fallback>
      </mc:AlternateContent>
      <p:sp>
        <p:nvSpPr>
          <p:cNvPr id="6" name="矩形 5"/>
          <p:cNvSpPr/>
          <p:nvPr/>
        </p:nvSpPr>
        <p:spPr>
          <a:xfrm>
            <a:off x="2954210" y="416431"/>
            <a:ext cx="3843020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US" altLang="zh-CN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OBJECTIVE</a:t>
            </a:r>
            <a:endParaRPr lang="en-US" altLang="zh-CN" sz="5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28575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IBM Plex Sans" panose="020B0503050203000203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99565" y="151130"/>
            <a:ext cx="1514475" cy="14287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8000" i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5</a:t>
            </a:r>
            <a:endParaRPr lang="en-US" altLang="zh-CN" sz="8000" i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grpSp>
        <p:nvGrpSpPr>
          <p:cNvPr id="8" name="组合 7"/>
          <p:cNvGrpSpPr/>
          <p:nvPr>
            <p:custDataLst>
              <p:tags r:id="rId3"/>
            </p:custDataLst>
          </p:nvPr>
        </p:nvGrpSpPr>
        <p:grpSpPr>
          <a:xfrm>
            <a:off x="4282799" y="2351523"/>
            <a:ext cx="3657705" cy="3607036"/>
            <a:chOff x="4597400" y="2452689"/>
            <a:chExt cx="2979738" cy="2938462"/>
          </a:xfrm>
          <a:solidFill>
            <a:srgbClr val="44546A"/>
          </a:solidFill>
        </p:grpSpPr>
        <p:sp>
          <p:nvSpPr>
            <p:cNvPr id="9" name="MH_Other_1"/>
            <p:cNvSpPr/>
            <p:nvPr>
              <p:custDataLst>
                <p:tags r:id="rId4"/>
              </p:custDataLst>
            </p:nvPr>
          </p:nvSpPr>
          <p:spPr>
            <a:xfrm>
              <a:off x="5360988" y="2452689"/>
              <a:ext cx="704850" cy="1381125"/>
            </a:xfrm>
            <a:custGeom>
              <a:avLst/>
              <a:gdLst>
                <a:gd name="connsiteX0" fmla="*/ 377058 w 704876"/>
                <a:gd name="connsiteY0" fmla="*/ 10 h 1380163"/>
                <a:gd name="connsiteX1" fmla="*/ 118015 w 704876"/>
                <a:gd name="connsiteY1" fmla="*/ 1290158 h 1380163"/>
                <a:gd name="connsiteX2" fmla="*/ 0 w 704876"/>
                <a:gd name="connsiteY2" fmla="*/ 1380163 h 1380163"/>
                <a:gd name="connsiteX3" fmla="*/ 10 w 704876"/>
                <a:gd name="connsiteY3" fmla="*/ 1380155 h 1380163"/>
                <a:gd name="connsiteX4" fmla="*/ 281429 w 704876"/>
                <a:gd name="connsiteY4" fmla="*/ 511473 h 1380163"/>
                <a:gd name="connsiteX5" fmla="*/ 136035 w 704876"/>
                <a:gd name="connsiteY5" fmla="*/ 188315 h 1380163"/>
                <a:gd name="connsiteX6" fmla="*/ 100211 w 704876"/>
                <a:gd name="connsiteY6" fmla="*/ 143329 h 1380163"/>
                <a:gd name="connsiteX7" fmla="*/ 140885 w 704876"/>
                <a:gd name="connsiteY7" fmla="*/ 99381 h 1380163"/>
                <a:gd name="connsiteX8" fmla="*/ 230142 w 704876"/>
                <a:gd name="connsiteY8" fmla="*/ 35655 h 1380163"/>
                <a:gd name="connsiteX9" fmla="*/ 377058 w 704876"/>
                <a:gd name="connsiteY9" fmla="*/ 10 h 138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4876" h="1380163">
                  <a:moveTo>
                    <a:pt x="377058" y="10"/>
                  </a:moveTo>
                  <a:cubicBezTo>
                    <a:pt x="718273" y="2705"/>
                    <a:pt x="996300" y="584751"/>
                    <a:pt x="118015" y="1290158"/>
                  </a:cubicBezTo>
                  <a:lnTo>
                    <a:pt x="0" y="1380163"/>
                  </a:lnTo>
                  <a:lnTo>
                    <a:pt x="10" y="1380155"/>
                  </a:lnTo>
                  <a:cubicBezTo>
                    <a:pt x="237757" y="1171127"/>
                    <a:pt x="356553" y="841869"/>
                    <a:pt x="281429" y="511473"/>
                  </a:cubicBezTo>
                  <a:cubicBezTo>
                    <a:pt x="254111" y="391329"/>
                    <a:pt x="203738" y="282408"/>
                    <a:pt x="136035" y="188315"/>
                  </a:cubicBezTo>
                  <a:lnTo>
                    <a:pt x="100211" y="143329"/>
                  </a:lnTo>
                  <a:lnTo>
                    <a:pt x="140885" y="99381"/>
                  </a:lnTo>
                  <a:cubicBezTo>
                    <a:pt x="169304" y="72519"/>
                    <a:pt x="199335" y="51393"/>
                    <a:pt x="230142" y="35655"/>
                  </a:cubicBezTo>
                  <a:cubicBezTo>
                    <a:pt x="278279" y="11063"/>
                    <a:pt x="328313" y="-375"/>
                    <a:pt x="377058" y="1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>
              <a:normAutofit/>
            </a:bodyPr>
            <a:lstStyle/>
            <a:p>
              <a:pPr algn="ctr">
                <a:defRPr/>
              </a:pPr>
              <a:r>
                <a:rPr lang="en-US" altLang="zh-CN" dirty="0">
                  <a:solidFill>
                    <a:srgbClr val="FBFBFB"/>
                  </a:solidFill>
                  <a:cs typeface="IBM Plex Sans" panose="020B0503050203000203" charset="0"/>
                </a:rPr>
                <a:t>1</a:t>
              </a:r>
              <a:endParaRPr lang="zh-CN" altLang="en-US" dirty="0">
                <a:solidFill>
                  <a:srgbClr val="FBFBFB"/>
                </a:solidFill>
                <a:cs typeface="IBM Plex Sans" panose="020B0503050203000203" charset="0"/>
              </a:endParaRPr>
            </a:p>
          </p:txBody>
        </p:sp>
        <p:sp>
          <p:nvSpPr>
            <p:cNvPr id="11" name="MH_Other_2"/>
            <p:cNvSpPr/>
            <p:nvPr>
              <p:custDataLst>
                <p:tags r:id="rId5"/>
              </p:custDataLst>
            </p:nvPr>
          </p:nvSpPr>
          <p:spPr>
            <a:xfrm>
              <a:off x="5800725" y="2716214"/>
              <a:ext cx="1422400" cy="738187"/>
            </a:xfrm>
            <a:custGeom>
              <a:avLst/>
              <a:gdLst>
                <a:gd name="connsiteX0" fmla="*/ 1121236 w 1423020"/>
                <a:gd name="connsiteY0" fmla="*/ 0 h 737079"/>
                <a:gd name="connsiteX1" fmla="*/ 1179633 w 1423020"/>
                <a:gd name="connsiteY1" fmla="*/ 13251 h 737079"/>
                <a:gd name="connsiteX2" fmla="*/ 1279450 w 1423020"/>
                <a:gd name="connsiteY2" fmla="*/ 58686 h 737079"/>
                <a:gd name="connsiteX3" fmla="*/ 136955 w 1423020"/>
                <a:gd name="connsiteY3" fmla="*/ 588833 h 737079"/>
                <a:gd name="connsiteX4" fmla="*/ 0 w 1423020"/>
                <a:gd name="connsiteY4" fmla="*/ 531632 h 737079"/>
                <a:gd name="connsiteX5" fmla="*/ 12 w 1423020"/>
                <a:gd name="connsiteY5" fmla="*/ 531637 h 737079"/>
                <a:gd name="connsiteX6" fmla="*/ 893023 w 1423020"/>
                <a:gd name="connsiteY6" fmla="*/ 341011 h 737079"/>
                <a:gd name="connsiteX7" fmla="*/ 1100189 w 1423020"/>
                <a:gd name="connsiteY7" fmla="*/ 53517 h 737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3020" h="737079">
                  <a:moveTo>
                    <a:pt x="1121236" y="0"/>
                  </a:moveTo>
                  <a:lnTo>
                    <a:pt x="1179633" y="13251"/>
                  </a:lnTo>
                  <a:cubicBezTo>
                    <a:pt x="1217106" y="24431"/>
                    <a:pt x="1250416" y="39876"/>
                    <a:pt x="1279450" y="58686"/>
                  </a:cubicBezTo>
                  <a:cubicBezTo>
                    <a:pt x="1642371" y="293824"/>
                    <a:pt x="1337004" y="1055020"/>
                    <a:pt x="136955" y="588833"/>
                  </a:cubicBezTo>
                  <a:lnTo>
                    <a:pt x="0" y="531632"/>
                  </a:lnTo>
                  <a:lnTo>
                    <a:pt x="12" y="531637"/>
                  </a:lnTo>
                  <a:cubicBezTo>
                    <a:pt x="299910" y="633018"/>
                    <a:pt x="644453" y="571269"/>
                    <a:pt x="893023" y="341011"/>
                  </a:cubicBezTo>
                  <a:cubicBezTo>
                    <a:pt x="983412" y="257282"/>
                    <a:pt x="1052553" y="159197"/>
                    <a:pt x="1100189" y="5351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4000" bIns="216000" anchor="ctr">
              <a:normAutofit/>
            </a:bodyPr>
            <a:lstStyle/>
            <a:p>
              <a:pPr algn="r">
                <a:defRPr/>
              </a:pPr>
              <a:r>
                <a:rPr lang="en-US" altLang="zh-CN" dirty="0">
                  <a:solidFill>
                    <a:srgbClr val="FBFBFB"/>
                  </a:solidFill>
                  <a:cs typeface="IBM Plex Sans" panose="020B0503050203000203" charset="0"/>
                </a:rPr>
                <a:t>6</a:t>
              </a:r>
              <a:endParaRPr lang="en-US" altLang="zh-CN" dirty="0">
                <a:solidFill>
                  <a:srgbClr val="FBFBFB"/>
                </a:solidFill>
                <a:cs typeface="IBM Plex Sans" panose="020B0503050203000203" charset="0"/>
              </a:endParaRPr>
            </a:p>
          </p:txBody>
        </p:sp>
        <p:sp>
          <p:nvSpPr>
            <p:cNvPr id="12" name="MH_Other_3"/>
            <p:cNvSpPr/>
            <p:nvPr>
              <p:custDataLst>
                <p:tags r:id="rId6"/>
              </p:custDataLst>
            </p:nvPr>
          </p:nvSpPr>
          <p:spPr>
            <a:xfrm>
              <a:off x="6527800" y="3336925"/>
              <a:ext cx="1049338" cy="1169988"/>
            </a:xfrm>
            <a:custGeom>
              <a:avLst/>
              <a:gdLst>
                <a:gd name="connsiteX0" fmla="*/ 0 w 1049770"/>
                <a:gd name="connsiteY0" fmla="*/ 0 h 1169656"/>
                <a:gd name="connsiteX1" fmla="*/ 2 w 1049770"/>
                <a:gd name="connsiteY1" fmla="*/ 12 h 1169656"/>
                <a:gd name="connsiteX2" fmla="*/ 611593 w 1049770"/>
                <a:gd name="connsiteY2" fmla="*/ 678069 h 1169656"/>
                <a:gd name="connsiteX3" fmla="*/ 964153 w 1049770"/>
                <a:gd name="connsiteY3" fmla="*/ 713733 h 1169656"/>
                <a:gd name="connsiteX4" fmla="*/ 1021024 w 1049770"/>
                <a:gd name="connsiteY4" fmla="*/ 705202 h 1169656"/>
                <a:gd name="connsiteX5" fmla="*/ 1038747 w 1049770"/>
                <a:gd name="connsiteY5" fmla="*/ 762401 h 1169656"/>
                <a:gd name="connsiteX6" fmla="*/ 1049307 w 1049770"/>
                <a:gd name="connsiteY6" fmla="*/ 871562 h 1169656"/>
                <a:gd name="connsiteX7" fmla="*/ 18939 w 1049770"/>
                <a:gd name="connsiteY7" fmla="*/ 147206 h 1169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9770" h="1169656">
                  <a:moveTo>
                    <a:pt x="0" y="0"/>
                  </a:moveTo>
                  <a:lnTo>
                    <a:pt x="2" y="12"/>
                  </a:lnTo>
                  <a:cubicBezTo>
                    <a:pt x="62151" y="310422"/>
                    <a:pt x="287899" y="577930"/>
                    <a:pt x="611593" y="678069"/>
                  </a:cubicBezTo>
                  <a:cubicBezTo>
                    <a:pt x="729299" y="714484"/>
                    <a:pt x="848814" y="725320"/>
                    <a:pt x="964153" y="713733"/>
                  </a:cubicBezTo>
                  <a:lnTo>
                    <a:pt x="1021024" y="705202"/>
                  </a:lnTo>
                  <a:lnTo>
                    <a:pt x="1038747" y="762401"/>
                  </a:lnTo>
                  <a:cubicBezTo>
                    <a:pt x="1047801" y="800443"/>
                    <a:pt x="1051081" y="837014"/>
                    <a:pt x="1049307" y="871562"/>
                  </a:cubicBezTo>
                  <a:cubicBezTo>
                    <a:pt x="1027133" y="1303430"/>
                    <a:pt x="215234" y="1419573"/>
                    <a:pt x="18939" y="14720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180000" bIns="108000" anchor="b">
              <a:normAutofit/>
            </a:bodyPr>
            <a:lstStyle/>
            <a:p>
              <a:pPr algn="r">
                <a:defRPr/>
              </a:pPr>
              <a:r>
                <a:rPr lang="en-US" altLang="zh-CN" dirty="0">
                  <a:solidFill>
                    <a:srgbClr val="FBFBFB"/>
                  </a:solidFill>
                  <a:cs typeface="IBM Plex Sans" panose="020B0503050203000203" charset="0"/>
                </a:rPr>
                <a:t>5</a:t>
              </a:r>
              <a:endParaRPr lang="en-US" altLang="zh-CN" dirty="0">
                <a:solidFill>
                  <a:srgbClr val="FBFBFB"/>
                </a:solidFill>
                <a:cs typeface="IBM Plex Sans" panose="020B0503050203000203" charset="0"/>
              </a:endParaRPr>
            </a:p>
          </p:txBody>
        </p:sp>
        <p:sp>
          <p:nvSpPr>
            <p:cNvPr id="13" name="MH_Other_4"/>
            <p:cNvSpPr/>
            <p:nvPr>
              <p:custDataLst>
                <p:tags r:id="rId7"/>
              </p:custDataLst>
            </p:nvPr>
          </p:nvSpPr>
          <p:spPr>
            <a:xfrm>
              <a:off x="6108700" y="4011614"/>
              <a:ext cx="704850" cy="1379537"/>
            </a:xfrm>
            <a:custGeom>
              <a:avLst/>
              <a:gdLst>
                <a:gd name="connsiteX0" fmla="*/ 704877 w 704877"/>
                <a:gd name="connsiteY0" fmla="*/ 0 h 1380161"/>
                <a:gd name="connsiteX1" fmla="*/ 704867 w 704877"/>
                <a:gd name="connsiteY1" fmla="*/ 8 h 1380161"/>
                <a:gd name="connsiteX2" fmla="*/ 423448 w 704877"/>
                <a:gd name="connsiteY2" fmla="*/ 868690 h 1380161"/>
                <a:gd name="connsiteX3" fmla="*/ 568843 w 704877"/>
                <a:gd name="connsiteY3" fmla="*/ 1191848 h 1380161"/>
                <a:gd name="connsiteX4" fmla="*/ 604666 w 704877"/>
                <a:gd name="connsiteY4" fmla="*/ 1236834 h 1380161"/>
                <a:gd name="connsiteX5" fmla="*/ 563992 w 704877"/>
                <a:gd name="connsiteY5" fmla="*/ 1280782 h 1380161"/>
                <a:gd name="connsiteX6" fmla="*/ 474736 w 704877"/>
                <a:gd name="connsiteY6" fmla="*/ 1344508 h 1380161"/>
                <a:gd name="connsiteX7" fmla="*/ 586862 w 704877"/>
                <a:gd name="connsiteY7" fmla="*/ 90005 h 1380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77" h="1380161">
                  <a:moveTo>
                    <a:pt x="704877" y="0"/>
                  </a:moveTo>
                  <a:lnTo>
                    <a:pt x="704867" y="8"/>
                  </a:lnTo>
                  <a:cubicBezTo>
                    <a:pt x="467120" y="209036"/>
                    <a:pt x="348324" y="538293"/>
                    <a:pt x="423448" y="868690"/>
                  </a:cubicBezTo>
                  <a:cubicBezTo>
                    <a:pt x="450766" y="988834"/>
                    <a:pt x="501139" y="1097755"/>
                    <a:pt x="568843" y="1191848"/>
                  </a:cubicBezTo>
                  <a:lnTo>
                    <a:pt x="604666" y="1236834"/>
                  </a:lnTo>
                  <a:lnTo>
                    <a:pt x="563992" y="1280782"/>
                  </a:lnTo>
                  <a:cubicBezTo>
                    <a:pt x="535574" y="1307644"/>
                    <a:pt x="505543" y="1328769"/>
                    <a:pt x="474736" y="1344508"/>
                  </a:cubicBezTo>
                  <a:cubicBezTo>
                    <a:pt x="89640" y="1541238"/>
                    <a:pt x="-416892" y="896184"/>
                    <a:pt x="586862" y="9000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72000" anchor="b">
              <a:normAutofit/>
            </a:bodyPr>
            <a:lstStyle/>
            <a:p>
              <a:pPr algn="ctr">
                <a:defRPr/>
              </a:pPr>
              <a:r>
                <a:rPr lang="en-US" altLang="zh-CN" dirty="0">
                  <a:solidFill>
                    <a:srgbClr val="FBFBFB"/>
                  </a:solidFill>
                  <a:cs typeface="IBM Plex Sans" panose="020B0503050203000203" charset="0"/>
                </a:rPr>
                <a:t>4</a:t>
              </a:r>
              <a:endParaRPr lang="zh-CN" altLang="en-US" dirty="0">
                <a:solidFill>
                  <a:srgbClr val="FBFBFB"/>
                </a:solidFill>
                <a:cs typeface="IBM Plex Sans" panose="020B0503050203000203" charset="0"/>
              </a:endParaRPr>
            </a:p>
          </p:txBody>
        </p:sp>
        <p:sp>
          <p:nvSpPr>
            <p:cNvPr id="14" name="MH_Other_5"/>
            <p:cNvSpPr/>
            <p:nvPr>
              <p:custDataLst>
                <p:tags r:id="rId8"/>
              </p:custDataLst>
            </p:nvPr>
          </p:nvSpPr>
          <p:spPr>
            <a:xfrm>
              <a:off x="4949825" y="4391025"/>
              <a:ext cx="1423988" cy="736600"/>
            </a:xfrm>
            <a:custGeom>
              <a:avLst/>
              <a:gdLst>
                <a:gd name="connsiteX0" fmla="*/ 550244 w 1423008"/>
                <a:gd name="connsiteY0" fmla="*/ 1344 h 737080"/>
                <a:gd name="connsiteX1" fmla="*/ 1286066 w 1423008"/>
                <a:gd name="connsiteY1" fmla="*/ 148247 h 737080"/>
                <a:gd name="connsiteX2" fmla="*/ 1423008 w 1423008"/>
                <a:gd name="connsiteY2" fmla="*/ 205444 h 737080"/>
                <a:gd name="connsiteX3" fmla="*/ 1191911 w 1423008"/>
                <a:gd name="connsiteY3" fmla="*/ 160079 h 737080"/>
                <a:gd name="connsiteX4" fmla="*/ 529997 w 1423008"/>
                <a:gd name="connsiteY4" fmla="*/ 396069 h 737080"/>
                <a:gd name="connsiteX5" fmla="*/ 322831 w 1423008"/>
                <a:gd name="connsiteY5" fmla="*/ 683563 h 737080"/>
                <a:gd name="connsiteX6" fmla="*/ 301784 w 1423008"/>
                <a:gd name="connsiteY6" fmla="*/ 737080 h 737080"/>
                <a:gd name="connsiteX7" fmla="*/ 243387 w 1423008"/>
                <a:gd name="connsiteY7" fmla="*/ 723829 h 737080"/>
                <a:gd name="connsiteX8" fmla="*/ 143570 w 1423008"/>
                <a:gd name="connsiteY8" fmla="*/ 678394 h 737080"/>
                <a:gd name="connsiteX9" fmla="*/ 550244 w 1423008"/>
                <a:gd name="connsiteY9" fmla="*/ 1344 h 737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3008" h="737080">
                  <a:moveTo>
                    <a:pt x="550244" y="1344"/>
                  </a:moveTo>
                  <a:cubicBezTo>
                    <a:pt x="741958" y="-8135"/>
                    <a:pt x="986053" y="31700"/>
                    <a:pt x="1286066" y="148247"/>
                  </a:cubicBezTo>
                  <a:lnTo>
                    <a:pt x="1423008" y="205444"/>
                  </a:lnTo>
                  <a:lnTo>
                    <a:pt x="1191911" y="160079"/>
                  </a:lnTo>
                  <a:cubicBezTo>
                    <a:pt x="956837" y="145469"/>
                    <a:pt x="716425" y="223376"/>
                    <a:pt x="529997" y="396069"/>
                  </a:cubicBezTo>
                  <a:cubicBezTo>
                    <a:pt x="439608" y="479799"/>
                    <a:pt x="370467" y="577884"/>
                    <a:pt x="322831" y="683563"/>
                  </a:cubicBezTo>
                  <a:lnTo>
                    <a:pt x="301784" y="737080"/>
                  </a:lnTo>
                  <a:lnTo>
                    <a:pt x="243387" y="723829"/>
                  </a:lnTo>
                  <a:cubicBezTo>
                    <a:pt x="205914" y="712649"/>
                    <a:pt x="172604" y="697205"/>
                    <a:pt x="143570" y="678394"/>
                  </a:cubicBezTo>
                  <a:cubicBezTo>
                    <a:pt x="-128621" y="502041"/>
                    <a:pt x="-24899" y="29779"/>
                    <a:pt x="550244" y="134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08000" anchor="ctr">
              <a:norm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rgbClr val="FBFBFB"/>
                  </a:solidFill>
                  <a:cs typeface="IBM Plex Sans" panose="020B0503050203000203" charset="0"/>
                </a:rPr>
                <a:t>3</a:t>
              </a:r>
              <a:endParaRPr lang="zh-CN" altLang="en-US" dirty="0">
                <a:solidFill>
                  <a:srgbClr val="FBFBFB"/>
                </a:solidFill>
                <a:cs typeface="IBM Plex Sans" panose="020B0503050203000203" charset="0"/>
              </a:endParaRPr>
            </a:p>
          </p:txBody>
        </p:sp>
        <p:sp>
          <p:nvSpPr>
            <p:cNvPr id="15" name="MH_Other_6"/>
            <p:cNvSpPr/>
            <p:nvPr>
              <p:custDataLst>
                <p:tags r:id="rId9"/>
              </p:custDataLst>
            </p:nvPr>
          </p:nvSpPr>
          <p:spPr>
            <a:xfrm>
              <a:off x="4597400" y="3336925"/>
              <a:ext cx="1049338" cy="1169988"/>
            </a:xfrm>
            <a:custGeom>
              <a:avLst/>
              <a:gdLst>
                <a:gd name="connsiteX0" fmla="*/ 284465 w 1049771"/>
                <a:gd name="connsiteY0" fmla="*/ 2012 h 1169657"/>
                <a:gd name="connsiteX1" fmla="*/ 1030831 w 1049771"/>
                <a:gd name="connsiteY1" fmla="*/ 1022450 h 1169657"/>
                <a:gd name="connsiteX2" fmla="*/ 1049771 w 1049771"/>
                <a:gd name="connsiteY2" fmla="*/ 1169657 h 1169657"/>
                <a:gd name="connsiteX3" fmla="*/ 1049769 w 1049771"/>
                <a:gd name="connsiteY3" fmla="*/ 1169644 h 1169657"/>
                <a:gd name="connsiteX4" fmla="*/ 438178 w 1049771"/>
                <a:gd name="connsiteY4" fmla="*/ 491587 h 1169657"/>
                <a:gd name="connsiteX5" fmla="*/ 85617 w 1049771"/>
                <a:gd name="connsiteY5" fmla="*/ 455923 h 1169657"/>
                <a:gd name="connsiteX6" fmla="*/ 28746 w 1049771"/>
                <a:gd name="connsiteY6" fmla="*/ 464454 h 1169657"/>
                <a:gd name="connsiteX7" fmla="*/ 11023 w 1049771"/>
                <a:gd name="connsiteY7" fmla="*/ 407255 h 1169657"/>
                <a:gd name="connsiteX8" fmla="*/ 463 w 1049771"/>
                <a:gd name="connsiteY8" fmla="*/ 298094 h 1169657"/>
                <a:gd name="connsiteX9" fmla="*/ 284465 w 1049771"/>
                <a:gd name="connsiteY9" fmla="*/ 2012 h 1169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9771" h="1169657">
                  <a:moveTo>
                    <a:pt x="284465" y="2012"/>
                  </a:moveTo>
                  <a:cubicBezTo>
                    <a:pt x="544993" y="-25622"/>
                    <a:pt x="908147" y="227221"/>
                    <a:pt x="1030831" y="1022450"/>
                  </a:cubicBezTo>
                  <a:lnTo>
                    <a:pt x="1049771" y="1169657"/>
                  </a:lnTo>
                  <a:lnTo>
                    <a:pt x="1049769" y="1169644"/>
                  </a:lnTo>
                  <a:cubicBezTo>
                    <a:pt x="987619" y="859235"/>
                    <a:pt x="761871" y="591726"/>
                    <a:pt x="438178" y="491587"/>
                  </a:cubicBezTo>
                  <a:cubicBezTo>
                    <a:pt x="320471" y="455173"/>
                    <a:pt x="200956" y="444337"/>
                    <a:pt x="85617" y="455923"/>
                  </a:cubicBezTo>
                  <a:lnTo>
                    <a:pt x="28746" y="464454"/>
                  </a:lnTo>
                  <a:lnTo>
                    <a:pt x="11023" y="407255"/>
                  </a:lnTo>
                  <a:cubicBezTo>
                    <a:pt x="1969" y="369213"/>
                    <a:pt x="-1310" y="332643"/>
                    <a:pt x="463" y="298094"/>
                  </a:cubicBezTo>
                  <a:cubicBezTo>
                    <a:pt x="8779" y="136143"/>
                    <a:pt x="128149" y="18592"/>
                    <a:pt x="284465" y="201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72000">
              <a:norm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rgbClr val="FBFBFB"/>
                  </a:solidFill>
                  <a:cs typeface="IBM Plex Sans" panose="020B0503050203000203" charset="0"/>
                </a:rPr>
                <a:t>2</a:t>
              </a:r>
              <a:endParaRPr lang="zh-CN" altLang="en-US" dirty="0">
                <a:solidFill>
                  <a:srgbClr val="FBFBFB"/>
                </a:solidFill>
                <a:cs typeface="IBM Plex Sans" panose="020B0503050203000203" charset="0"/>
              </a:endParaRPr>
            </a:p>
          </p:txBody>
        </p:sp>
      </p:grpSp>
      <p:sp>
        <p:nvSpPr>
          <p:cNvPr id="16" name="Text Box 10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940933" y="2278744"/>
            <a:ext cx="2123119" cy="7994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r" defTabSz="1450975"/>
            <a:r>
              <a:rPr sz="1600" b="1">
                <a:sym typeface="+mn-ea"/>
              </a:rPr>
              <a:t>Design contextually accurate prediction system.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  <a:sym typeface="+mn-ea"/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088679" y="3581150"/>
            <a:ext cx="2123119" cy="7994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r" defTabSz="1450975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r>
              <a:rPr sz="1400" b="1">
                <a:sym typeface="+mn-ea"/>
              </a:rPr>
              <a:t>Reduce computation while maintaining accuracy.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  <a:sym typeface="+mn-ea"/>
            </a:endParaRPr>
          </a:p>
        </p:txBody>
      </p:sp>
      <p:sp>
        <p:nvSpPr>
          <p:cNvPr id="18" name="Text Box 10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940932" y="5106039"/>
            <a:ext cx="2123119" cy="9226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r" defTabSz="1450975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.</a:t>
            </a:r>
            <a:r>
              <a:rPr sz="1400" b="1">
                <a:sym typeface="+mn-ea"/>
              </a:rPr>
              <a:t>Explore transformer-based methods for adaptability.</a:t>
            </a:r>
            <a:endParaRPr sz="1400" b="1">
              <a:sym typeface="+mn-ea"/>
            </a:endParaRPr>
          </a:p>
          <a:p>
            <a:pPr algn="r" defTabSz="1450975"/>
            <a:endParaRPr lang="en-US" altLang="zh-CN" sz="1400" b="1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  <a:sym typeface="+mn-ea"/>
            </a:endParaRPr>
          </a:p>
        </p:txBody>
      </p:sp>
      <p:sp>
        <p:nvSpPr>
          <p:cNvPr id="19" name="Text Box 10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7940505" y="2278744"/>
            <a:ext cx="2123119" cy="1229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defTabSz="1450975"/>
            <a:r>
              <a:rPr lang="en-US" altLang="zh-CN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r>
              <a:rPr lang="en-US" altLang="zh-CN" sz="20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</a:t>
            </a:r>
            <a:r>
              <a:rPr lang="en-US" sz="1400" b="1" dirty="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  <a:sym typeface="+mn-ea"/>
              </a:rPr>
              <a:t>odel training workflows that transform raw text into intelligent prediction systems</a:t>
            </a:r>
            <a:endParaRPr lang="en-US" altLang="zh-CN" sz="1400" b="1" dirty="0">
              <a:solidFill>
                <a:schemeClr val="tx1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  <a:sym typeface="+mn-ea"/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8832210" y="3724660"/>
            <a:ext cx="2123119" cy="1229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defTabSz="1450975"/>
            <a:r>
              <a:rPr lang="en-US" altLang="zh-CN" sz="20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.I</a:t>
            </a:r>
            <a:r>
              <a:rPr lang="en-US" sz="1400" b="1" dirty="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  <a:sym typeface="+mn-ea"/>
              </a:rPr>
              <a:t>dentify promising research directions that will shape the next generation of language models</a:t>
            </a:r>
            <a:endParaRPr lang="en-US" altLang="zh-CN" sz="1400" b="1" dirty="0">
              <a:solidFill>
                <a:schemeClr val="tx1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  <a:sym typeface="+mn-ea"/>
            </a:endParaRPr>
          </a:p>
        </p:txBody>
      </p:sp>
      <p:sp>
        <p:nvSpPr>
          <p:cNvPr id="21" name="Text Box 10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7940504" y="5192399"/>
            <a:ext cx="2123119" cy="11379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defTabSz="1450975"/>
            <a:r>
              <a:rPr lang="en-US" altLang="zh-CN" sz="1400" b="1" dirty="0">
                <a:solidFill>
                  <a:schemeClr val="tx1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.</a:t>
            </a:r>
            <a:r>
              <a:rPr lang="en-US" sz="1400" b="1" dirty="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  <a:sym typeface="+mn-ea"/>
              </a:rPr>
              <a:t>Explore both traditional statistical methods and cutting-edge neural network techniques</a:t>
            </a:r>
            <a:endParaRPr lang="en-US" altLang="zh-CN" sz="1400" b="1" dirty="0">
              <a:solidFill>
                <a:schemeClr val="tx1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  <a:sym typeface="+mn-ea"/>
            </a:endParaRPr>
          </a:p>
        </p:txBody>
      </p:sp>
      <p:sp>
        <p:nvSpPr>
          <p:cNvPr id="22" name="Freeform 28"/>
          <p:cNvSpPr>
            <a:spLocks noEditPoints="1"/>
          </p:cNvSpPr>
          <p:nvPr>
            <p:custDataLst>
              <p:tags r:id="rId16"/>
            </p:custDataLst>
          </p:nvPr>
        </p:nvSpPr>
        <p:spPr bwMode="auto">
          <a:xfrm>
            <a:off x="5645219" y="3768473"/>
            <a:ext cx="862993" cy="729538"/>
          </a:xfrm>
          <a:custGeom>
            <a:avLst/>
            <a:gdLst>
              <a:gd name="T0" fmla="*/ 2147483647 w 923"/>
              <a:gd name="T1" fmla="*/ 0 h 771"/>
              <a:gd name="T2" fmla="*/ 2147483647 w 923"/>
              <a:gd name="T3" fmla="*/ 2147483647 h 771"/>
              <a:gd name="T4" fmla="*/ 2147483647 w 923"/>
              <a:gd name="T5" fmla="*/ 2147483647 h 771"/>
              <a:gd name="T6" fmla="*/ 2147483647 w 923"/>
              <a:gd name="T7" fmla="*/ 2147483647 h 771"/>
              <a:gd name="T8" fmla="*/ 2147483647 w 923"/>
              <a:gd name="T9" fmla="*/ 2147483647 h 771"/>
              <a:gd name="T10" fmla="*/ 2147483647 w 923"/>
              <a:gd name="T11" fmla="*/ 2147483647 h 771"/>
              <a:gd name="T12" fmla="*/ 2147483647 w 923"/>
              <a:gd name="T13" fmla="*/ 2147483647 h 771"/>
              <a:gd name="T14" fmla="*/ 2147483647 w 923"/>
              <a:gd name="T15" fmla="*/ 2147483647 h 771"/>
              <a:gd name="T16" fmla="*/ 2147483647 w 923"/>
              <a:gd name="T17" fmla="*/ 2147483647 h 771"/>
              <a:gd name="T18" fmla="*/ 2147483647 w 923"/>
              <a:gd name="T19" fmla="*/ 2147483647 h 771"/>
              <a:gd name="T20" fmla="*/ 2147483647 w 923"/>
              <a:gd name="T21" fmla="*/ 2147483647 h 771"/>
              <a:gd name="T22" fmla="*/ 2147483647 w 923"/>
              <a:gd name="T23" fmla="*/ 2147483647 h 771"/>
              <a:gd name="T24" fmla="*/ 2147483647 w 923"/>
              <a:gd name="T25" fmla="*/ 2147483647 h 771"/>
              <a:gd name="T26" fmla="*/ 2147483647 w 923"/>
              <a:gd name="T27" fmla="*/ 2147483647 h 771"/>
              <a:gd name="T28" fmla="*/ 2147483647 w 923"/>
              <a:gd name="T29" fmla="*/ 2147483647 h 771"/>
              <a:gd name="T30" fmla="*/ 2147483647 w 923"/>
              <a:gd name="T31" fmla="*/ 2147483647 h 771"/>
              <a:gd name="T32" fmla="*/ 2147483647 w 923"/>
              <a:gd name="T33" fmla="*/ 2147483647 h 771"/>
              <a:gd name="T34" fmla="*/ 2147483647 w 923"/>
              <a:gd name="T35" fmla="*/ 2147483647 h 771"/>
              <a:gd name="T36" fmla="*/ 2147483647 w 923"/>
              <a:gd name="T37" fmla="*/ 2147483647 h 771"/>
              <a:gd name="T38" fmla="*/ 2147483647 w 923"/>
              <a:gd name="T39" fmla="*/ 2147483647 h 771"/>
              <a:gd name="T40" fmla="*/ 2147483647 w 923"/>
              <a:gd name="T41" fmla="*/ 2147483647 h 771"/>
              <a:gd name="T42" fmla="*/ 2147483647 w 923"/>
              <a:gd name="T43" fmla="*/ 2147483647 h 771"/>
              <a:gd name="T44" fmla="*/ 2147483647 w 923"/>
              <a:gd name="T45" fmla="*/ 2147483647 h 771"/>
              <a:gd name="T46" fmla="*/ 2147483647 w 923"/>
              <a:gd name="T47" fmla="*/ 2147483647 h 771"/>
              <a:gd name="T48" fmla="*/ 2147483647 w 923"/>
              <a:gd name="T49" fmla="*/ 2147483647 h 771"/>
              <a:gd name="T50" fmla="*/ 2147483647 w 923"/>
              <a:gd name="T51" fmla="*/ 2147483647 h 771"/>
              <a:gd name="T52" fmla="*/ 2147483647 w 923"/>
              <a:gd name="T53" fmla="*/ 2147483647 h 771"/>
              <a:gd name="T54" fmla="*/ 2147483647 w 923"/>
              <a:gd name="T55" fmla="*/ 2147483647 h 771"/>
              <a:gd name="T56" fmla="*/ 2147483647 w 923"/>
              <a:gd name="T57" fmla="*/ 2147483647 h 771"/>
              <a:gd name="T58" fmla="*/ 2147483647 w 923"/>
              <a:gd name="T59" fmla="*/ 2147483647 h 771"/>
              <a:gd name="T60" fmla="*/ 2147483647 w 923"/>
              <a:gd name="T61" fmla="*/ 2147483647 h 771"/>
              <a:gd name="T62" fmla="*/ 2147483647 w 923"/>
              <a:gd name="T63" fmla="*/ 2147483647 h 771"/>
              <a:gd name="T64" fmla="*/ 2147483647 w 923"/>
              <a:gd name="T65" fmla="*/ 2147483647 h 771"/>
              <a:gd name="T66" fmla="*/ 2147483647 w 923"/>
              <a:gd name="T67" fmla="*/ 2147483647 h 771"/>
              <a:gd name="T68" fmla="*/ 2147483647 w 923"/>
              <a:gd name="T69" fmla="*/ 2147483647 h 771"/>
              <a:gd name="T70" fmla="*/ 2147483647 w 923"/>
              <a:gd name="T71" fmla="*/ 2147483647 h 771"/>
              <a:gd name="T72" fmla="*/ 2147483647 w 923"/>
              <a:gd name="T73" fmla="*/ 2147483647 h 771"/>
              <a:gd name="T74" fmla="*/ 2147483647 w 923"/>
              <a:gd name="T75" fmla="*/ 2147483647 h 771"/>
              <a:gd name="T76" fmla="*/ 0 w 923"/>
              <a:gd name="T77" fmla="*/ 2147483647 h 771"/>
              <a:gd name="T78" fmla="*/ 2147483647 w 923"/>
              <a:gd name="T79" fmla="*/ 2147483647 h 771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923" h="771">
                <a:moveTo>
                  <a:pt x="303" y="0"/>
                </a:moveTo>
                <a:lnTo>
                  <a:pt x="819" y="0"/>
                </a:lnTo>
                <a:cubicBezTo>
                  <a:pt x="848" y="0"/>
                  <a:pt x="873" y="12"/>
                  <a:pt x="892" y="31"/>
                </a:cubicBezTo>
                <a:cubicBezTo>
                  <a:pt x="911" y="50"/>
                  <a:pt x="923" y="76"/>
                  <a:pt x="923" y="104"/>
                </a:cubicBezTo>
                <a:lnTo>
                  <a:pt x="923" y="313"/>
                </a:lnTo>
                <a:cubicBezTo>
                  <a:pt x="923" y="341"/>
                  <a:pt x="911" y="367"/>
                  <a:pt x="892" y="386"/>
                </a:cubicBezTo>
                <a:cubicBezTo>
                  <a:pt x="873" y="405"/>
                  <a:pt x="848" y="416"/>
                  <a:pt x="819" y="416"/>
                </a:cubicBezTo>
                <a:lnTo>
                  <a:pt x="737" y="416"/>
                </a:lnTo>
                <a:lnTo>
                  <a:pt x="626" y="553"/>
                </a:lnTo>
                <a:lnTo>
                  <a:pt x="584" y="605"/>
                </a:lnTo>
                <a:lnTo>
                  <a:pt x="584" y="537"/>
                </a:lnTo>
                <a:lnTo>
                  <a:pt x="584" y="416"/>
                </a:lnTo>
                <a:lnTo>
                  <a:pt x="494" y="416"/>
                </a:lnTo>
                <a:cubicBezTo>
                  <a:pt x="499" y="401"/>
                  <a:pt x="502" y="385"/>
                  <a:pt x="502" y="368"/>
                </a:cubicBezTo>
                <a:lnTo>
                  <a:pt x="608" y="368"/>
                </a:lnTo>
                <a:lnTo>
                  <a:pt x="632" y="368"/>
                </a:lnTo>
                <a:lnTo>
                  <a:pt x="632" y="392"/>
                </a:lnTo>
                <a:lnTo>
                  <a:pt x="632" y="470"/>
                </a:lnTo>
                <a:lnTo>
                  <a:pt x="707" y="377"/>
                </a:lnTo>
                <a:lnTo>
                  <a:pt x="714" y="368"/>
                </a:lnTo>
                <a:lnTo>
                  <a:pt x="726" y="368"/>
                </a:lnTo>
                <a:lnTo>
                  <a:pt x="819" y="368"/>
                </a:lnTo>
                <a:cubicBezTo>
                  <a:pt x="834" y="368"/>
                  <a:pt x="848" y="362"/>
                  <a:pt x="858" y="352"/>
                </a:cubicBezTo>
                <a:cubicBezTo>
                  <a:pt x="868" y="342"/>
                  <a:pt x="875" y="328"/>
                  <a:pt x="875" y="313"/>
                </a:cubicBezTo>
                <a:lnTo>
                  <a:pt x="875" y="104"/>
                </a:lnTo>
                <a:cubicBezTo>
                  <a:pt x="875" y="89"/>
                  <a:pt x="868" y="75"/>
                  <a:pt x="858" y="65"/>
                </a:cubicBezTo>
                <a:cubicBezTo>
                  <a:pt x="848" y="55"/>
                  <a:pt x="834" y="48"/>
                  <a:pt x="819" y="48"/>
                </a:cubicBezTo>
                <a:lnTo>
                  <a:pt x="303" y="48"/>
                </a:lnTo>
                <a:cubicBezTo>
                  <a:pt x="288" y="48"/>
                  <a:pt x="274" y="55"/>
                  <a:pt x="264" y="65"/>
                </a:cubicBezTo>
                <a:cubicBezTo>
                  <a:pt x="253" y="75"/>
                  <a:pt x="247" y="89"/>
                  <a:pt x="247" y="104"/>
                </a:cubicBezTo>
                <a:lnTo>
                  <a:pt x="247" y="293"/>
                </a:lnTo>
                <a:cubicBezTo>
                  <a:pt x="235" y="311"/>
                  <a:pt x="228" y="333"/>
                  <a:pt x="226" y="356"/>
                </a:cubicBezTo>
                <a:cubicBezTo>
                  <a:pt x="219" y="347"/>
                  <a:pt x="210" y="338"/>
                  <a:pt x="201" y="332"/>
                </a:cubicBezTo>
                <a:cubicBezTo>
                  <a:pt x="200" y="325"/>
                  <a:pt x="199" y="319"/>
                  <a:pt x="199" y="313"/>
                </a:cubicBezTo>
                <a:lnTo>
                  <a:pt x="199" y="104"/>
                </a:lnTo>
                <a:cubicBezTo>
                  <a:pt x="199" y="76"/>
                  <a:pt x="211" y="50"/>
                  <a:pt x="230" y="31"/>
                </a:cubicBezTo>
                <a:cubicBezTo>
                  <a:pt x="248" y="12"/>
                  <a:pt x="274" y="0"/>
                  <a:pt x="303" y="0"/>
                </a:cubicBezTo>
                <a:close/>
                <a:moveTo>
                  <a:pt x="130" y="344"/>
                </a:moveTo>
                <a:lnTo>
                  <a:pt x="130" y="344"/>
                </a:lnTo>
                <a:cubicBezTo>
                  <a:pt x="83" y="344"/>
                  <a:pt x="45" y="382"/>
                  <a:pt x="45" y="429"/>
                </a:cubicBezTo>
                <a:cubicBezTo>
                  <a:pt x="45" y="476"/>
                  <a:pt x="83" y="514"/>
                  <a:pt x="130" y="514"/>
                </a:cubicBezTo>
                <a:cubicBezTo>
                  <a:pt x="177" y="514"/>
                  <a:pt x="215" y="476"/>
                  <a:pt x="215" y="429"/>
                </a:cubicBezTo>
                <a:cubicBezTo>
                  <a:pt x="215" y="382"/>
                  <a:pt x="177" y="344"/>
                  <a:pt x="130" y="344"/>
                </a:cubicBezTo>
                <a:close/>
                <a:moveTo>
                  <a:pt x="364" y="265"/>
                </a:moveTo>
                <a:lnTo>
                  <a:pt x="364" y="265"/>
                </a:lnTo>
                <a:cubicBezTo>
                  <a:pt x="307" y="265"/>
                  <a:pt x="261" y="311"/>
                  <a:pt x="261" y="368"/>
                </a:cubicBezTo>
                <a:cubicBezTo>
                  <a:pt x="261" y="425"/>
                  <a:pt x="307" y="471"/>
                  <a:pt x="364" y="471"/>
                </a:cubicBezTo>
                <a:cubicBezTo>
                  <a:pt x="420" y="471"/>
                  <a:pt x="466" y="425"/>
                  <a:pt x="466" y="368"/>
                </a:cubicBezTo>
                <a:cubicBezTo>
                  <a:pt x="466" y="311"/>
                  <a:pt x="420" y="265"/>
                  <a:pt x="364" y="265"/>
                </a:cubicBezTo>
                <a:close/>
                <a:moveTo>
                  <a:pt x="274" y="748"/>
                </a:moveTo>
                <a:lnTo>
                  <a:pt x="274" y="748"/>
                </a:lnTo>
                <a:lnTo>
                  <a:pt x="274" y="601"/>
                </a:lnTo>
                <a:lnTo>
                  <a:pt x="285" y="601"/>
                </a:lnTo>
                <a:lnTo>
                  <a:pt x="285" y="748"/>
                </a:lnTo>
                <a:lnTo>
                  <a:pt x="285" y="771"/>
                </a:lnTo>
                <a:lnTo>
                  <a:pt x="446" y="771"/>
                </a:lnTo>
                <a:lnTo>
                  <a:pt x="446" y="748"/>
                </a:lnTo>
                <a:lnTo>
                  <a:pt x="446" y="601"/>
                </a:lnTo>
                <a:lnTo>
                  <a:pt x="457" y="601"/>
                </a:lnTo>
                <a:lnTo>
                  <a:pt x="457" y="748"/>
                </a:lnTo>
                <a:lnTo>
                  <a:pt x="522" y="748"/>
                </a:lnTo>
                <a:lnTo>
                  <a:pt x="522" y="548"/>
                </a:lnTo>
                <a:cubicBezTo>
                  <a:pt x="522" y="512"/>
                  <a:pt x="493" y="483"/>
                  <a:pt x="458" y="483"/>
                </a:cubicBezTo>
                <a:cubicBezTo>
                  <a:pt x="262" y="483"/>
                  <a:pt x="468" y="483"/>
                  <a:pt x="271" y="483"/>
                </a:cubicBezTo>
                <a:cubicBezTo>
                  <a:pt x="236" y="483"/>
                  <a:pt x="207" y="512"/>
                  <a:pt x="207" y="548"/>
                </a:cubicBezTo>
                <a:lnTo>
                  <a:pt x="207" y="748"/>
                </a:lnTo>
                <a:cubicBezTo>
                  <a:pt x="218" y="748"/>
                  <a:pt x="245" y="748"/>
                  <a:pt x="274" y="748"/>
                </a:cubicBezTo>
                <a:close/>
                <a:moveTo>
                  <a:pt x="55" y="743"/>
                </a:moveTo>
                <a:lnTo>
                  <a:pt x="55" y="743"/>
                </a:lnTo>
                <a:lnTo>
                  <a:pt x="55" y="622"/>
                </a:lnTo>
                <a:lnTo>
                  <a:pt x="65" y="622"/>
                </a:lnTo>
                <a:lnTo>
                  <a:pt x="65" y="743"/>
                </a:lnTo>
                <a:lnTo>
                  <a:pt x="65" y="757"/>
                </a:lnTo>
                <a:lnTo>
                  <a:pt x="174" y="757"/>
                </a:lnTo>
                <a:lnTo>
                  <a:pt x="174" y="548"/>
                </a:lnTo>
                <a:cubicBezTo>
                  <a:pt x="174" y="540"/>
                  <a:pt x="175" y="532"/>
                  <a:pt x="177" y="524"/>
                </a:cubicBezTo>
                <a:lnTo>
                  <a:pt x="53" y="524"/>
                </a:lnTo>
                <a:cubicBezTo>
                  <a:pt x="24" y="524"/>
                  <a:pt x="0" y="548"/>
                  <a:pt x="0" y="577"/>
                </a:cubicBezTo>
                <a:lnTo>
                  <a:pt x="0" y="743"/>
                </a:lnTo>
                <a:cubicBezTo>
                  <a:pt x="10" y="743"/>
                  <a:pt x="32" y="743"/>
                  <a:pt x="55" y="743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lIns="68571" tIns="34285" rIns="68571" bIns="34285"/>
          <a:lstStyle/>
          <a:p>
            <a:endParaRPr lang="zh-CN" altLang="en-US">
              <a:solidFill>
                <a:prstClr val="black"/>
              </a:solidFill>
              <a:cs typeface="IBM Plex Sans" panose="020B05030502030002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7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8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2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2" grpId="0" animBg="1"/>
        </p:bld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878777" y="958946"/>
              <a:ext cx="2032000" cy="809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878777" y="958946"/>
                <a:ext cx="2032000" cy="809625"/>
              </a:xfrm>
              <a:prstGeom prst="rect"/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835237" y="-99082"/>
            <a:ext cx="1181822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6</a:t>
            </a:r>
            <a:endParaRPr lang="en-US" altLang="zh-CN" sz="115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64382" y="551051"/>
            <a:ext cx="6577965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US" altLang="zh-CN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EXISTING SYSTEM</a:t>
            </a:r>
            <a:r>
              <a:rPr lang="zh-CN" altLang="en-US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 </a:t>
            </a:r>
            <a:endParaRPr lang="zh-CN" altLang="en-US" sz="5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57150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IBM Plex Sans" panose="020B0503050203000203" charset="0"/>
            </a:endParaRPr>
          </a:p>
        </p:txBody>
      </p:sp>
      <p:sp>
        <p:nvSpPr>
          <p:cNvPr id="7" name="流程图: 过程 6"/>
          <p:cNvSpPr/>
          <p:nvPr>
            <p:custDataLst>
              <p:tags r:id="rId3"/>
            </p:custDataLst>
          </p:nvPr>
        </p:nvSpPr>
        <p:spPr>
          <a:xfrm>
            <a:off x="1174750" y="2424114"/>
            <a:ext cx="4321175" cy="3598863"/>
          </a:xfrm>
          <a:prstGeom prst="flowChartProcess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8" name="流程图: 过程 7"/>
          <p:cNvSpPr/>
          <p:nvPr>
            <p:custDataLst>
              <p:tags r:id="rId4"/>
            </p:custDataLst>
          </p:nvPr>
        </p:nvSpPr>
        <p:spPr>
          <a:xfrm>
            <a:off x="1174750" y="2424114"/>
            <a:ext cx="4321175" cy="539750"/>
          </a:xfrm>
          <a:prstGeom prst="flowChartProcess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9" name="文本框 40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266742" y="2431734"/>
            <a:ext cx="164655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lvl="0" algn="l"/>
            <a:r>
              <a:rPr lang="en-US" altLang="zh-CN" sz="2800" b="1" dirty="0">
                <a:solidFill>
                  <a:prstClr val="white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ENGINES</a:t>
            </a:r>
            <a:endParaRPr lang="en-US" altLang="zh-CN" sz="2800" b="1" dirty="0">
              <a:solidFill>
                <a:prstClr val="white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1" name="流程图: 过程 10"/>
          <p:cNvSpPr/>
          <p:nvPr>
            <p:custDataLst>
              <p:tags r:id="rId6"/>
            </p:custDataLst>
          </p:nvPr>
        </p:nvSpPr>
        <p:spPr>
          <a:xfrm>
            <a:off x="6684963" y="2424114"/>
            <a:ext cx="4319587" cy="3598863"/>
          </a:xfrm>
          <a:prstGeom prst="flowChartProcess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2" name="流程图: 过程 11"/>
          <p:cNvSpPr/>
          <p:nvPr>
            <p:custDataLst>
              <p:tags r:id="rId7"/>
            </p:custDataLst>
          </p:nvPr>
        </p:nvSpPr>
        <p:spPr>
          <a:xfrm>
            <a:off x="6684963" y="2424114"/>
            <a:ext cx="4319587" cy="539750"/>
          </a:xfrm>
          <a:prstGeom prst="flowChartProcess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3" name="文本框 40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903637" y="2431734"/>
            <a:ext cx="14166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lvl="0" algn="l"/>
            <a:r>
              <a:rPr lang="en-US" altLang="zh-CN" sz="2800" b="1" dirty="0">
                <a:solidFill>
                  <a:schemeClr val="bg1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GRAMS</a:t>
            </a:r>
            <a:endParaRPr lang="en-US" altLang="zh-CN" sz="2800" b="1" dirty="0">
              <a:solidFill>
                <a:schemeClr val="bg1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4" name="矩形 7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348105" y="3148965"/>
            <a:ext cx="381000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b="1">
                <a:sym typeface="+mn-ea"/>
              </a:rPr>
              <a:t>.</a:t>
            </a:r>
            <a:r>
              <a:rPr sz="1600" b="1">
                <a:sym typeface="+mn-ea"/>
              </a:rPr>
              <a:t>Google Gboard – deep learning for predictive typing.</a:t>
            </a:r>
            <a:endParaRPr sz="1600" b="1"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1600" b="1">
                <a:sym typeface="+mn-ea"/>
              </a:rPr>
              <a:t>.</a:t>
            </a:r>
            <a:r>
              <a:rPr sz="1600" b="1">
                <a:sym typeface="+mn-ea"/>
              </a:rPr>
              <a:t>Microsoft SwiftKey – adapts to user style.</a:t>
            </a:r>
            <a:endParaRPr sz="1600" b="1"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1600" b="1">
                <a:sym typeface="+mn-ea"/>
              </a:rPr>
              <a:t>.</a:t>
            </a:r>
            <a:r>
              <a:rPr sz="1600" b="1">
                <a:sym typeface="+mn-ea"/>
              </a:rPr>
              <a:t>Grammarly – contextual corrections and completions.</a:t>
            </a:r>
            <a:endParaRPr sz="1600" b="1"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1600" b="1">
                <a:sym typeface="+mn-ea"/>
              </a:rPr>
              <a:t>.</a:t>
            </a:r>
            <a:r>
              <a:rPr sz="1600" b="1">
                <a:sym typeface="+mn-ea"/>
              </a:rPr>
              <a:t>OpenAI GPT Models – advanced language generation.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  <a:sym typeface="+mn-ea"/>
            </a:endParaRPr>
          </a:p>
        </p:txBody>
      </p:sp>
      <p:sp>
        <p:nvSpPr>
          <p:cNvPr id="15" name="矩形 7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939756" y="2964385"/>
            <a:ext cx="3810000" cy="304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.</a:t>
            </a:r>
            <a:r>
              <a:rPr lang="en-US" sz="1600" b="1" dirty="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  <a:sym typeface="+mn-ea"/>
              </a:rPr>
              <a:t>Bigrams: P(word|previous word)</a:t>
            </a:r>
            <a:endParaRPr lang="en-US" sz="1600" b="1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.</a:t>
            </a:r>
            <a:r>
              <a:rPr lang="en-US" sz="1600" b="1" dirty="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  <a:sym typeface="+mn-ea"/>
              </a:rPr>
              <a:t>Trigrams: P(word|previous 2 words)</a:t>
            </a:r>
            <a:endParaRPr lang="en-US" sz="1600" b="1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.</a:t>
            </a:r>
            <a:r>
              <a:rPr lang="en-US" sz="1600" b="1" dirty="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  <a:sym typeface="+mn-ea"/>
              </a:rPr>
              <a:t>4-grams and beyond for extended context</a:t>
            </a:r>
            <a:endParaRPr lang="en-US" sz="1600" b="1" dirty="0">
              <a:solidFill>
                <a:schemeClr val="tx1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.</a:t>
            </a:r>
            <a:r>
              <a:rPr lang="en-US" sz="1600" b="1" dirty="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  <a:sym typeface="+mn-ea"/>
              </a:rPr>
              <a:t>N-gram models predict the next word based on the previous N-1 words</a:t>
            </a:r>
            <a:endParaRPr lang="en-US" altLang="zh-CN" sz="1600" b="1" dirty="0">
              <a:solidFill>
                <a:schemeClr val="tx1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1757680" y="1611630"/>
            <a:ext cx="1511935" cy="4033520"/>
          </a:xfrm>
          <a:prstGeom prst="roundRect">
            <a:avLst>
              <a:gd name="adj" fmla="val 50000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28575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white"/>
                </a:solidFill>
                <a:cs typeface="IBM Plex Sans" panose="020B0503050203000203" charset="0"/>
              </a:rPr>
              <a:t>kkkddd</a:t>
            </a:r>
            <a:endParaRPr lang="en-US" altLang="zh-CN">
              <a:solidFill>
                <a:prstClr val="white"/>
              </a:solidFill>
              <a:cs typeface="IBM Plex Sans" panose="020B0503050203000203" charset="0"/>
            </a:endParaRPr>
          </a:p>
        </p:txBody>
      </p:sp>
      <p:graphicFrame>
        <p:nvGraphicFramePr>
          <p:cNvPr id="7" name="图表 6"/>
          <p:cNvGraphicFramePr>
            <a:graphicFrameLocks noGrp="1"/>
          </p:cNvGraphicFramePr>
          <p:nvPr/>
        </p:nvGraphicFramePr>
        <p:xfrm>
          <a:off x="0" y="4778375"/>
          <a:ext cx="1757680" cy="1922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KSO_Shape"/>
          <p:cNvSpPr/>
          <p:nvPr/>
        </p:nvSpPr>
        <p:spPr bwMode="auto">
          <a:xfrm rot="2633721">
            <a:off x="10272515" y="4842146"/>
            <a:ext cx="1346200" cy="1800225"/>
          </a:xfrm>
          <a:custGeom>
            <a:avLst/>
            <a:gdLst>
              <a:gd name="T0" fmla="*/ 1281616 w 634"/>
              <a:gd name="T1" fmla="*/ 39819 h 633"/>
              <a:gd name="T2" fmla="*/ 1281616 w 634"/>
              <a:gd name="T3" fmla="*/ 39819 h 633"/>
              <a:gd name="T4" fmla="*/ 0 w 634"/>
              <a:gd name="T5" fmla="*/ 878867 h 633"/>
              <a:gd name="T6" fmla="*/ 405951 w 634"/>
              <a:gd name="T7" fmla="*/ 1214486 h 633"/>
              <a:gd name="T8" fmla="*/ 656748 w 634"/>
              <a:gd name="T9" fmla="*/ 1797553 h 633"/>
              <a:gd name="T10" fmla="*/ 1313497 w 634"/>
              <a:gd name="T11" fmla="*/ 82483 h 633"/>
              <a:gd name="T12" fmla="*/ 1281616 w 634"/>
              <a:gd name="T13" fmla="*/ 39819 h 633"/>
              <a:gd name="T14" fmla="*/ 157280 w 634"/>
              <a:gd name="T15" fmla="*/ 878867 h 633"/>
              <a:gd name="T16" fmla="*/ 157280 w 634"/>
              <a:gd name="T17" fmla="*/ 878867 h 633"/>
              <a:gd name="T18" fmla="*/ 1126461 w 634"/>
              <a:gd name="T19" fmla="*/ 250292 h 633"/>
              <a:gd name="T20" fmla="*/ 437832 w 634"/>
              <a:gd name="T21" fmla="*/ 1086496 h 633"/>
              <a:gd name="T22" fmla="*/ 157280 w 634"/>
              <a:gd name="T23" fmla="*/ 878867 h 633"/>
              <a:gd name="T24" fmla="*/ 656748 w 634"/>
              <a:gd name="T25" fmla="*/ 1589924 h 633"/>
              <a:gd name="T26" fmla="*/ 656748 w 634"/>
              <a:gd name="T27" fmla="*/ 1589924 h 633"/>
              <a:gd name="T28" fmla="*/ 501594 w 634"/>
              <a:gd name="T29" fmla="*/ 1129159 h 633"/>
              <a:gd name="T30" fmla="*/ 1158342 w 634"/>
              <a:gd name="T31" fmla="*/ 290111 h 633"/>
              <a:gd name="T32" fmla="*/ 656748 w 634"/>
              <a:gd name="T33" fmla="*/ 1589924 h 6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634" h="633">
                <a:moveTo>
                  <a:pt x="603" y="14"/>
                </a:moveTo>
                <a:lnTo>
                  <a:pt x="603" y="14"/>
                </a:lnTo>
                <a:cubicBezTo>
                  <a:pt x="574" y="14"/>
                  <a:pt x="0" y="309"/>
                  <a:pt x="0" y="309"/>
                </a:cubicBezTo>
                <a:lnTo>
                  <a:pt x="191" y="427"/>
                </a:lnTo>
                <a:lnTo>
                  <a:pt x="309" y="632"/>
                </a:lnTo>
                <a:cubicBezTo>
                  <a:pt x="309" y="632"/>
                  <a:pt x="618" y="44"/>
                  <a:pt x="618" y="29"/>
                </a:cubicBezTo>
                <a:cubicBezTo>
                  <a:pt x="633" y="14"/>
                  <a:pt x="618" y="0"/>
                  <a:pt x="603" y="14"/>
                </a:cubicBezTo>
                <a:close/>
                <a:moveTo>
                  <a:pt x="74" y="309"/>
                </a:moveTo>
                <a:lnTo>
                  <a:pt x="74" y="309"/>
                </a:lnTo>
                <a:cubicBezTo>
                  <a:pt x="530" y="88"/>
                  <a:pt x="530" y="88"/>
                  <a:pt x="530" y="88"/>
                </a:cubicBezTo>
                <a:cubicBezTo>
                  <a:pt x="206" y="382"/>
                  <a:pt x="206" y="382"/>
                  <a:pt x="206" y="382"/>
                </a:cubicBezTo>
                <a:lnTo>
                  <a:pt x="74" y="309"/>
                </a:lnTo>
                <a:close/>
                <a:moveTo>
                  <a:pt x="309" y="559"/>
                </a:moveTo>
                <a:lnTo>
                  <a:pt x="309" y="559"/>
                </a:lnTo>
                <a:cubicBezTo>
                  <a:pt x="309" y="559"/>
                  <a:pt x="250" y="441"/>
                  <a:pt x="236" y="397"/>
                </a:cubicBezTo>
                <a:cubicBezTo>
                  <a:pt x="545" y="102"/>
                  <a:pt x="545" y="102"/>
                  <a:pt x="545" y="102"/>
                </a:cubicBezTo>
                <a:lnTo>
                  <a:pt x="309" y="559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wrap="none" lIns="121908" tIns="60955" rIns="121908" bIns="60955"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9pPr>
          </a:lstStyle>
          <a:p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575560" y="14859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000" b="1" u="sng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7.PROPOSED SYSTEM</a:t>
            </a:r>
            <a:endParaRPr lang="en-US" altLang="zh-CN" sz="4000" b="1" u="sng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443605" y="1423670"/>
            <a:ext cx="6096000" cy="52158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1" algn="ctr"/>
            <a:endParaRPr lang="zh-CN" altLang="en-US" sz="32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  <a:sym typeface="+mn-ea"/>
            </a:endParaRPr>
          </a:p>
          <a:p>
            <a:pPr marL="0" lvl="1" algn="ctr"/>
            <a:r>
              <a:rPr lang="en-US" sz="3200">
                <a:sym typeface="+mn-ea"/>
              </a:rPr>
              <a:t>1.</a:t>
            </a:r>
            <a:r>
              <a:rPr sz="3200">
                <a:sym typeface="+mn-ea"/>
              </a:rPr>
              <a:t>Hybrid model with lightweight transformers.</a:t>
            </a:r>
            <a:endParaRPr sz="3200">
              <a:sym typeface="+mn-ea"/>
            </a:endParaRPr>
          </a:p>
          <a:p>
            <a:pPr marL="0" lvl="1" algn="ctr"/>
            <a:r>
              <a:rPr lang="en-US" sz="3200">
                <a:sym typeface="+mn-ea"/>
              </a:rPr>
              <a:t>2.</a:t>
            </a:r>
            <a:r>
              <a:rPr sz="3200">
                <a:sym typeface="+mn-ea"/>
              </a:rPr>
              <a:t>Personalization to user writing style.</a:t>
            </a:r>
            <a:endParaRPr sz="3200">
              <a:sym typeface="+mn-ea"/>
            </a:endParaRPr>
          </a:p>
          <a:p>
            <a:pPr marL="0" lvl="1" algn="ctr"/>
            <a:r>
              <a:rPr lang="en-US" sz="3200">
                <a:sym typeface="+mn-ea"/>
              </a:rPr>
              <a:t>3.</a:t>
            </a:r>
            <a:r>
              <a:rPr sz="3200">
                <a:sym typeface="+mn-ea"/>
              </a:rPr>
              <a:t>Bias mitigation with fairness-aware training.</a:t>
            </a:r>
            <a:endParaRPr sz="3200">
              <a:sym typeface="+mn-ea"/>
            </a:endParaRPr>
          </a:p>
          <a:p>
            <a:pPr marL="0" lvl="1" algn="ctr"/>
            <a:r>
              <a:rPr lang="en-US" sz="3200">
                <a:sym typeface="+mn-ea"/>
              </a:rPr>
              <a:t>4.</a:t>
            </a:r>
            <a:r>
              <a:rPr sz="3200">
                <a:sym typeface="+mn-ea"/>
              </a:rPr>
              <a:t>Low-latency deployment for mobile/edge devices.</a:t>
            </a:r>
            <a:endParaRPr lang="zh-CN" altLang="en-US" sz="32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878777" y="958946"/>
              <a:ext cx="2032000" cy="809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878777" y="958946"/>
                <a:ext cx="2032000" cy="809625"/>
              </a:xfrm>
              <a:prstGeom prst="rect"/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746336" y="-182787"/>
            <a:ext cx="1514263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8</a:t>
            </a:r>
            <a:endParaRPr lang="en-US" altLang="zh-CN" sz="115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32925" y="298956"/>
            <a:ext cx="6526530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US" altLang="zh-CN" sz="5400" b="1" u="sng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METHODOLOGIES</a:t>
            </a:r>
            <a:r>
              <a:rPr lang="zh-CN" altLang="en-US" sz="5400" b="1" u="sng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 </a:t>
            </a:r>
            <a:endParaRPr lang="zh-CN" altLang="en-US" sz="5400" b="1" u="sng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57150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IBM Plex Sans" panose="020B0503050203000203" charset="0"/>
            </a:endParaRPr>
          </a:p>
        </p:txBody>
      </p:sp>
      <p:sp>
        <p:nvSpPr>
          <p:cNvPr id="7" name="Freeform 6"/>
          <p:cNvSpPr/>
          <p:nvPr/>
        </p:nvSpPr>
        <p:spPr bwMode="auto">
          <a:xfrm>
            <a:off x="6046703" y="2413580"/>
            <a:ext cx="1383395" cy="4072871"/>
          </a:xfrm>
          <a:custGeom>
            <a:avLst/>
            <a:gdLst>
              <a:gd name="T0" fmla="*/ 469 w 2278"/>
              <a:gd name="T1" fmla="*/ 132 h 6709"/>
              <a:gd name="T2" fmla="*/ 1800 w 2278"/>
              <a:gd name="T3" fmla="*/ 132 h 6709"/>
              <a:gd name="T4" fmla="*/ 1800 w 2278"/>
              <a:gd name="T5" fmla="*/ 0 h 6709"/>
              <a:gd name="T6" fmla="*/ 2039 w 2278"/>
              <a:gd name="T7" fmla="*/ 190 h 6709"/>
              <a:gd name="T8" fmla="*/ 2278 w 2278"/>
              <a:gd name="T9" fmla="*/ 379 h 6709"/>
              <a:gd name="T10" fmla="*/ 2039 w 2278"/>
              <a:gd name="T11" fmla="*/ 569 h 6709"/>
              <a:gd name="T12" fmla="*/ 1800 w 2278"/>
              <a:gd name="T13" fmla="*/ 758 h 6709"/>
              <a:gd name="T14" fmla="*/ 1800 w 2278"/>
              <a:gd name="T15" fmla="*/ 621 h 6709"/>
              <a:gd name="T16" fmla="*/ 797 w 2278"/>
              <a:gd name="T17" fmla="*/ 621 h 6709"/>
              <a:gd name="T18" fmla="*/ 489 w 2278"/>
              <a:gd name="T19" fmla="*/ 868 h 6709"/>
              <a:gd name="T20" fmla="*/ 489 w 2278"/>
              <a:gd name="T21" fmla="*/ 6709 h 6709"/>
              <a:gd name="T22" fmla="*/ 0 w 2278"/>
              <a:gd name="T23" fmla="*/ 6709 h 6709"/>
              <a:gd name="T24" fmla="*/ 0 w 2278"/>
              <a:gd name="T25" fmla="*/ 601 h 6709"/>
              <a:gd name="T26" fmla="*/ 469 w 2278"/>
              <a:gd name="T27" fmla="*/ 132 h 67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278" h="6709">
                <a:moveTo>
                  <a:pt x="469" y="132"/>
                </a:moveTo>
                <a:lnTo>
                  <a:pt x="1800" y="132"/>
                </a:lnTo>
                <a:lnTo>
                  <a:pt x="1800" y="0"/>
                </a:lnTo>
                <a:lnTo>
                  <a:pt x="2039" y="190"/>
                </a:lnTo>
                <a:lnTo>
                  <a:pt x="2278" y="379"/>
                </a:lnTo>
                <a:lnTo>
                  <a:pt x="2039" y="569"/>
                </a:lnTo>
                <a:lnTo>
                  <a:pt x="1800" y="758"/>
                </a:lnTo>
                <a:lnTo>
                  <a:pt x="1800" y="621"/>
                </a:lnTo>
                <a:lnTo>
                  <a:pt x="797" y="621"/>
                </a:lnTo>
                <a:cubicBezTo>
                  <a:pt x="600" y="621"/>
                  <a:pt x="489" y="670"/>
                  <a:pt x="489" y="868"/>
                </a:cubicBezTo>
                <a:lnTo>
                  <a:pt x="489" y="6709"/>
                </a:lnTo>
                <a:lnTo>
                  <a:pt x="0" y="6709"/>
                </a:lnTo>
                <a:lnTo>
                  <a:pt x="0" y="601"/>
                </a:lnTo>
                <a:cubicBezTo>
                  <a:pt x="0" y="343"/>
                  <a:pt x="211" y="132"/>
                  <a:pt x="469" y="132"/>
                </a:cubicBezTo>
                <a:close/>
              </a:path>
            </a:pathLst>
          </a:custGeom>
          <a:noFill/>
          <a:ln w="57150">
            <a:solidFill>
              <a:srgbClr val="44546A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400" b="0" i="0" u="none" strike="noStrike" kern="0" cap="none" spc="0" normalizeH="0" baseline="0" noProof="0" smtClean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8" name="Freeform 7"/>
          <p:cNvSpPr/>
          <p:nvPr/>
        </p:nvSpPr>
        <p:spPr bwMode="auto">
          <a:xfrm>
            <a:off x="6437423" y="3636822"/>
            <a:ext cx="974728" cy="2849629"/>
          </a:xfrm>
          <a:custGeom>
            <a:avLst/>
            <a:gdLst>
              <a:gd name="T0" fmla="*/ 468 w 1605"/>
              <a:gd name="T1" fmla="*/ 132 h 4693"/>
              <a:gd name="T2" fmla="*/ 1127 w 1605"/>
              <a:gd name="T3" fmla="*/ 132 h 4693"/>
              <a:gd name="T4" fmla="*/ 1127 w 1605"/>
              <a:gd name="T5" fmla="*/ 0 h 4693"/>
              <a:gd name="T6" fmla="*/ 1366 w 1605"/>
              <a:gd name="T7" fmla="*/ 189 h 4693"/>
              <a:gd name="T8" fmla="*/ 1605 w 1605"/>
              <a:gd name="T9" fmla="*/ 379 h 4693"/>
              <a:gd name="T10" fmla="*/ 1366 w 1605"/>
              <a:gd name="T11" fmla="*/ 568 h 4693"/>
              <a:gd name="T12" fmla="*/ 1127 w 1605"/>
              <a:gd name="T13" fmla="*/ 758 h 4693"/>
              <a:gd name="T14" fmla="*/ 1127 w 1605"/>
              <a:gd name="T15" fmla="*/ 620 h 4693"/>
              <a:gd name="T16" fmla="*/ 796 w 1605"/>
              <a:gd name="T17" fmla="*/ 620 h 4693"/>
              <a:gd name="T18" fmla="*/ 488 w 1605"/>
              <a:gd name="T19" fmla="*/ 867 h 4693"/>
              <a:gd name="T20" fmla="*/ 488 w 1605"/>
              <a:gd name="T21" fmla="*/ 4693 h 4693"/>
              <a:gd name="T22" fmla="*/ 0 w 1605"/>
              <a:gd name="T23" fmla="*/ 4693 h 4693"/>
              <a:gd name="T24" fmla="*/ 0 w 1605"/>
              <a:gd name="T25" fmla="*/ 600 h 4693"/>
              <a:gd name="T26" fmla="*/ 468 w 1605"/>
              <a:gd name="T27" fmla="*/ 132 h 46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05" h="4693">
                <a:moveTo>
                  <a:pt x="468" y="132"/>
                </a:moveTo>
                <a:lnTo>
                  <a:pt x="1127" y="132"/>
                </a:lnTo>
                <a:lnTo>
                  <a:pt x="1127" y="0"/>
                </a:lnTo>
                <a:lnTo>
                  <a:pt x="1366" y="189"/>
                </a:lnTo>
                <a:lnTo>
                  <a:pt x="1605" y="379"/>
                </a:lnTo>
                <a:lnTo>
                  <a:pt x="1366" y="568"/>
                </a:lnTo>
                <a:lnTo>
                  <a:pt x="1127" y="758"/>
                </a:lnTo>
                <a:lnTo>
                  <a:pt x="1127" y="620"/>
                </a:lnTo>
                <a:lnTo>
                  <a:pt x="796" y="620"/>
                </a:lnTo>
                <a:cubicBezTo>
                  <a:pt x="599" y="620"/>
                  <a:pt x="488" y="670"/>
                  <a:pt x="488" y="867"/>
                </a:cubicBezTo>
                <a:lnTo>
                  <a:pt x="488" y="4693"/>
                </a:lnTo>
                <a:lnTo>
                  <a:pt x="0" y="4693"/>
                </a:lnTo>
                <a:lnTo>
                  <a:pt x="0" y="600"/>
                </a:lnTo>
                <a:cubicBezTo>
                  <a:pt x="0" y="343"/>
                  <a:pt x="210" y="132"/>
                  <a:pt x="468" y="132"/>
                </a:cubicBezTo>
                <a:close/>
              </a:path>
            </a:pathLst>
          </a:custGeom>
          <a:noFill/>
          <a:ln w="57150">
            <a:solidFill>
              <a:srgbClr val="44546A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400" b="0" i="0" u="none" strike="noStrike" kern="0" cap="none" spc="0" normalizeH="0" baseline="0" noProof="0" smtClean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9" name="Freeform 8"/>
          <p:cNvSpPr/>
          <p:nvPr/>
        </p:nvSpPr>
        <p:spPr bwMode="auto">
          <a:xfrm>
            <a:off x="4556999" y="3241961"/>
            <a:ext cx="1383395" cy="3244490"/>
          </a:xfrm>
          <a:custGeom>
            <a:avLst/>
            <a:gdLst>
              <a:gd name="T0" fmla="*/ 1809 w 2278"/>
              <a:gd name="T1" fmla="*/ 132 h 5345"/>
              <a:gd name="T2" fmla="*/ 478 w 2278"/>
              <a:gd name="T3" fmla="*/ 132 h 5345"/>
              <a:gd name="T4" fmla="*/ 478 w 2278"/>
              <a:gd name="T5" fmla="*/ 0 h 5345"/>
              <a:gd name="T6" fmla="*/ 239 w 2278"/>
              <a:gd name="T7" fmla="*/ 190 h 5345"/>
              <a:gd name="T8" fmla="*/ 0 w 2278"/>
              <a:gd name="T9" fmla="*/ 379 h 5345"/>
              <a:gd name="T10" fmla="*/ 239 w 2278"/>
              <a:gd name="T11" fmla="*/ 569 h 5345"/>
              <a:gd name="T12" fmla="*/ 478 w 2278"/>
              <a:gd name="T13" fmla="*/ 758 h 5345"/>
              <a:gd name="T14" fmla="*/ 478 w 2278"/>
              <a:gd name="T15" fmla="*/ 621 h 5345"/>
              <a:gd name="T16" fmla="*/ 1481 w 2278"/>
              <a:gd name="T17" fmla="*/ 621 h 5345"/>
              <a:gd name="T18" fmla="*/ 1789 w 2278"/>
              <a:gd name="T19" fmla="*/ 868 h 5345"/>
              <a:gd name="T20" fmla="*/ 1789 w 2278"/>
              <a:gd name="T21" fmla="*/ 5345 h 5345"/>
              <a:gd name="T22" fmla="*/ 2278 w 2278"/>
              <a:gd name="T23" fmla="*/ 5345 h 5345"/>
              <a:gd name="T24" fmla="*/ 2278 w 2278"/>
              <a:gd name="T25" fmla="*/ 601 h 5345"/>
              <a:gd name="T26" fmla="*/ 1809 w 2278"/>
              <a:gd name="T27" fmla="*/ 132 h 5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278" h="5345">
                <a:moveTo>
                  <a:pt x="1809" y="132"/>
                </a:moveTo>
                <a:lnTo>
                  <a:pt x="478" y="132"/>
                </a:lnTo>
                <a:lnTo>
                  <a:pt x="478" y="0"/>
                </a:lnTo>
                <a:lnTo>
                  <a:pt x="239" y="190"/>
                </a:lnTo>
                <a:lnTo>
                  <a:pt x="0" y="379"/>
                </a:lnTo>
                <a:lnTo>
                  <a:pt x="239" y="569"/>
                </a:lnTo>
                <a:lnTo>
                  <a:pt x="478" y="758"/>
                </a:lnTo>
                <a:lnTo>
                  <a:pt x="478" y="621"/>
                </a:lnTo>
                <a:lnTo>
                  <a:pt x="1481" y="621"/>
                </a:lnTo>
                <a:cubicBezTo>
                  <a:pt x="1678" y="621"/>
                  <a:pt x="1789" y="670"/>
                  <a:pt x="1789" y="868"/>
                </a:cubicBezTo>
                <a:lnTo>
                  <a:pt x="1789" y="5345"/>
                </a:lnTo>
                <a:lnTo>
                  <a:pt x="2278" y="5345"/>
                </a:lnTo>
                <a:lnTo>
                  <a:pt x="2278" y="601"/>
                </a:lnTo>
                <a:cubicBezTo>
                  <a:pt x="2278" y="343"/>
                  <a:pt x="2067" y="132"/>
                  <a:pt x="1809" y="132"/>
                </a:cubicBezTo>
                <a:close/>
              </a:path>
            </a:pathLst>
          </a:custGeom>
          <a:noFill/>
          <a:ln w="57150">
            <a:solidFill>
              <a:srgbClr val="44546A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400" b="0" i="0" u="none" strike="noStrike" kern="0" cap="none" spc="0" normalizeH="0" baseline="0" noProof="0" smtClean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1" name="Freeform 9"/>
          <p:cNvSpPr/>
          <p:nvPr/>
        </p:nvSpPr>
        <p:spPr bwMode="auto">
          <a:xfrm>
            <a:off x="4576328" y="4440351"/>
            <a:ext cx="974728" cy="2046100"/>
          </a:xfrm>
          <a:custGeom>
            <a:avLst/>
            <a:gdLst>
              <a:gd name="T0" fmla="*/ 1137 w 1605"/>
              <a:gd name="T1" fmla="*/ 132 h 3370"/>
              <a:gd name="T2" fmla="*/ 478 w 1605"/>
              <a:gd name="T3" fmla="*/ 132 h 3370"/>
              <a:gd name="T4" fmla="*/ 478 w 1605"/>
              <a:gd name="T5" fmla="*/ 0 h 3370"/>
              <a:gd name="T6" fmla="*/ 239 w 1605"/>
              <a:gd name="T7" fmla="*/ 190 h 3370"/>
              <a:gd name="T8" fmla="*/ 0 w 1605"/>
              <a:gd name="T9" fmla="*/ 379 h 3370"/>
              <a:gd name="T10" fmla="*/ 239 w 1605"/>
              <a:gd name="T11" fmla="*/ 569 h 3370"/>
              <a:gd name="T12" fmla="*/ 478 w 1605"/>
              <a:gd name="T13" fmla="*/ 758 h 3370"/>
              <a:gd name="T14" fmla="*/ 478 w 1605"/>
              <a:gd name="T15" fmla="*/ 621 h 3370"/>
              <a:gd name="T16" fmla="*/ 809 w 1605"/>
              <a:gd name="T17" fmla="*/ 621 h 3370"/>
              <a:gd name="T18" fmla="*/ 1117 w 1605"/>
              <a:gd name="T19" fmla="*/ 868 h 3370"/>
              <a:gd name="T20" fmla="*/ 1117 w 1605"/>
              <a:gd name="T21" fmla="*/ 3370 h 3370"/>
              <a:gd name="T22" fmla="*/ 1605 w 1605"/>
              <a:gd name="T23" fmla="*/ 3370 h 3370"/>
              <a:gd name="T24" fmla="*/ 1605 w 1605"/>
              <a:gd name="T25" fmla="*/ 601 h 3370"/>
              <a:gd name="T26" fmla="*/ 1137 w 1605"/>
              <a:gd name="T27" fmla="*/ 132 h 3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05" h="3370">
                <a:moveTo>
                  <a:pt x="1137" y="132"/>
                </a:moveTo>
                <a:lnTo>
                  <a:pt x="478" y="132"/>
                </a:lnTo>
                <a:lnTo>
                  <a:pt x="478" y="0"/>
                </a:lnTo>
                <a:lnTo>
                  <a:pt x="239" y="190"/>
                </a:lnTo>
                <a:lnTo>
                  <a:pt x="0" y="379"/>
                </a:lnTo>
                <a:lnTo>
                  <a:pt x="239" y="569"/>
                </a:lnTo>
                <a:lnTo>
                  <a:pt x="478" y="758"/>
                </a:lnTo>
                <a:lnTo>
                  <a:pt x="478" y="621"/>
                </a:lnTo>
                <a:lnTo>
                  <a:pt x="809" y="621"/>
                </a:lnTo>
                <a:cubicBezTo>
                  <a:pt x="1006" y="621"/>
                  <a:pt x="1117" y="670"/>
                  <a:pt x="1117" y="868"/>
                </a:cubicBezTo>
                <a:lnTo>
                  <a:pt x="1117" y="3370"/>
                </a:lnTo>
                <a:lnTo>
                  <a:pt x="1605" y="3370"/>
                </a:lnTo>
                <a:lnTo>
                  <a:pt x="1605" y="601"/>
                </a:lnTo>
                <a:cubicBezTo>
                  <a:pt x="1605" y="343"/>
                  <a:pt x="1395" y="132"/>
                  <a:pt x="1137" y="132"/>
                </a:cubicBezTo>
                <a:close/>
              </a:path>
            </a:pathLst>
          </a:custGeom>
          <a:noFill/>
          <a:ln w="57150">
            <a:solidFill>
              <a:srgbClr val="44546A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400" b="0" i="0" u="none" strike="noStrike" kern="0" cap="none" spc="0" normalizeH="0" baseline="0" noProof="0" smtClean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2" name="TextBox 7"/>
          <p:cNvSpPr txBox="1"/>
          <p:nvPr>
            <p:custDataLst>
              <p:tags r:id="rId3"/>
            </p:custDataLst>
          </p:nvPr>
        </p:nvSpPr>
        <p:spPr>
          <a:xfrm>
            <a:off x="7670165" y="3489960"/>
            <a:ext cx="25920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IBM Plex Sans" panose="020B0503050203000203" charset="0"/>
              <a:buNone/>
            </a:pPr>
            <a:r>
              <a:rPr sz="2000" b="1">
                <a:sym typeface="+mn-ea"/>
              </a:rPr>
              <a:t>Evaluation Metrics – Perplexity, Accuracy, BLEU score.</a:t>
            </a:r>
            <a:endParaRPr lang="zh-CN" altLang="en-US" sz="2000" b="1" dirty="0">
              <a:solidFill>
                <a:srgbClr val="484849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  <a:sym typeface="+mn-ea"/>
            </a:endParaRPr>
          </a:p>
        </p:txBody>
      </p:sp>
      <p:sp>
        <p:nvSpPr>
          <p:cNvPr id="14" name="TextBox 9"/>
          <p:cNvSpPr txBox="1"/>
          <p:nvPr>
            <p:custDataLst>
              <p:tags r:id="rId4"/>
            </p:custDataLst>
          </p:nvPr>
        </p:nvSpPr>
        <p:spPr>
          <a:xfrm>
            <a:off x="7670165" y="2171065"/>
            <a:ext cx="25920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IBM Plex Sans" panose="020B0503050203000203" charset="0"/>
              <a:buNone/>
            </a:pPr>
            <a:r>
              <a:rPr sz="2000" b="1">
                <a:sym typeface="+mn-ea"/>
              </a:rPr>
              <a:t>Training &amp; Fine-tuning with supervised learning.</a:t>
            </a:r>
            <a:endParaRPr lang="zh-CN" altLang="en-US" sz="2000" b="1" dirty="0">
              <a:solidFill>
                <a:srgbClr val="484849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  <a:sym typeface="+mn-ea"/>
            </a:endParaRPr>
          </a:p>
        </p:txBody>
      </p:sp>
      <p:sp>
        <p:nvSpPr>
          <p:cNvPr id="16" name="TextBox 11"/>
          <p:cNvSpPr txBox="1"/>
          <p:nvPr/>
        </p:nvSpPr>
        <p:spPr>
          <a:xfrm>
            <a:off x="1174115" y="3087370"/>
            <a:ext cx="336296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buFont typeface="IBM Plex Sans" panose="020B0503050203000203" charset="0"/>
              <a:buNone/>
            </a:pPr>
            <a:r>
              <a:rPr sz="2000" b="1">
                <a:sym typeface="+mn-ea"/>
              </a:rPr>
              <a:t>Data Collection – Wikipedia, news, social media datasets.</a:t>
            </a:r>
            <a:endParaRPr sz="2000" b="1">
              <a:sym typeface="+mn-ea"/>
            </a:endParaRPr>
          </a:p>
          <a:p>
            <a:pPr algn="r" fontAlgn="base">
              <a:spcBef>
                <a:spcPct val="0"/>
              </a:spcBef>
              <a:spcAft>
                <a:spcPct val="0"/>
              </a:spcAft>
              <a:buFont typeface="IBM Plex Sans" panose="020B0503050203000203" charset="0"/>
              <a:buNone/>
            </a:pPr>
            <a:endParaRPr lang="zh-CN" altLang="en-US" sz="2000" b="1" dirty="0">
              <a:solidFill>
                <a:srgbClr val="484849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  <a:sym typeface="+mn-ea"/>
            </a:endParaRPr>
          </a:p>
        </p:txBody>
      </p:sp>
      <p:sp>
        <p:nvSpPr>
          <p:cNvPr id="18" name="TextBox 13"/>
          <p:cNvSpPr txBox="1"/>
          <p:nvPr/>
        </p:nvSpPr>
        <p:spPr>
          <a:xfrm>
            <a:off x="1174115" y="4440555"/>
            <a:ext cx="33629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buFont typeface="IBM Plex Sans" panose="020B0503050203000203" charset="0"/>
              <a:buNone/>
            </a:pPr>
            <a:r>
              <a:rPr sz="2000" b="1">
                <a:sym typeface="+mn-ea"/>
              </a:rPr>
              <a:t>Preprocessing – tokenization, stopword removal, stemming.</a:t>
            </a:r>
            <a:endParaRPr lang="zh-CN" altLang="en-US" sz="2000" b="1" dirty="0">
              <a:solidFill>
                <a:srgbClr val="484849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  <a:sym typeface="+mn-ea"/>
            </a:endParaRPr>
          </a:p>
        </p:txBody>
      </p:sp>
      <p:sp>
        <p:nvSpPr>
          <p:cNvPr id="19" name="TextBox 14"/>
          <p:cNvSpPr txBox="1"/>
          <p:nvPr/>
        </p:nvSpPr>
        <p:spPr>
          <a:xfrm>
            <a:off x="1572616" y="4823394"/>
            <a:ext cx="2964157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buFont typeface="IBM Plex Sans" panose="020B0503050203000203" charset="0"/>
              <a:buNone/>
            </a:pPr>
            <a:endParaRPr lang="zh-CN" altLang="en-US" sz="1400" dirty="0">
              <a:solidFill>
                <a:srgbClr val="484849"/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1158177" y="1012921"/>
              <a:ext cx="2032000" cy="809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1158177" y="1012921"/>
                <a:ext cx="2032000" cy="809625"/>
              </a:xfrm>
              <a:prstGeom prst="rect"/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1421977" y="-168297"/>
            <a:ext cx="1181822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9</a:t>
            </a:r>
            <a:endParaRPr lang="en-US" altLang="zh-CN" sz="115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03690" y="180846"/>
            <a:ext cx="6805930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US" altLang="zh-CN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IMPLEMENTATION</a:t>
            </a:r>
            <a:r>
              <a:rPr lang="zh-CN" altLang="en-US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 </a:t>
            </a:r>
            <a:endParaRPr lang="zh-CN" altLang="en-US" sz="5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28575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IBM Plex Sans" panose="020B0503050203000203" charset="0"/>
            </a:endParaRPr>
          </a:p>
        </p:txBody>
      </p:sp>
      <p:sp>
        <p:nvSpPr>
          <p:cNvPr id="7" name="Oval 3"/>
          <p:cNvSpPr/>
          <p:nvPr/>
        </p:nvSpPr>
        <p:spPr>
          <a:xfrm>
            <a:off x="1718976" y="4259997"/>
            <a:ext cx="659121" cy="659122"/>
          </a:xfrm>
          <a:prstGeom prst="ellipse">
            <a:avLst/>
          </a:prstGeom>
          <a:noFill/>
          <a:ln w="76200"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8" name="Oval 4"/>
          <p:cNvSpPr/>
          <p:nvPr/>
        </p:nvSpPr>
        <p:spPr>
          <a:xfrm>
            <a:off x="3658196" y="5409953"/>
            <a:ext cx="659121" cy="659122"/>
          </a:xfrm>
          <a:prstGeom prst="ellipse">
            <a:avLst/>
          </a:prstGeom>
          <a:noFill/>
          <a:ln w="76200"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9" name="Oval 5"/>
          <p:cNvSpPr/>
          <p:nvPr/>
        </p:nvSpPr>
        <p:spPr>
          <a:xfrm>
            <a:off x="5921425" y="3771796"/>
            <a:ext cx="659121" cy="659122"/>
          </a:xfrm>
          <a:prstGeom prst="ellipse">
            <a:avLst/>
          </a:prstGeom>
          <a:noFill/>
          <a:ln w="76200"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1" name="Oval 6"/>
          <p:cNvSpPr/>
          <p:nvPr/>
        </p:nvSpPr>
        <p:spPr>
          <a:xfrm>
            <a:off x="7273273" y="4954244"/>
            <a:ext cx="659121" cy="659122"/>
          </a:xfrm>
          <a:prstGeom prst="ellipse">
            <a:avLst/>
          </a:prstGeom>
          <a:noFill/>
          <a:ln w="76200"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2" name="Oval 7"/>
          <p:cNvSpPr/>
          <p:nvPr/>
        </p:nvSpPr>
        <p:spPr>
          <a:xfrm>
            <a:off x="9885054" y="3204289"/>
            <a:ext cx="659121" cy="659122"/>
          </a:xfrm>
          <a:prstGeom prst="ellipse">
            <a:avLst/>
          </a:prstGeom>
          <a:noFill/>
          <a:ln w="76200"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cxnSp>
        <p:nvCxnSpPr>
          <p:cNvPr id="13" name="Straight Connector 9"/>
          <p:cNvCxnSpPr>
            <a:stCxn id="7" idx="5"/>
            <a:endCxn id="8" idx="2"/>
          </p:cNvCxnSpPr>
          <p:nvPr/>
        </p:nvCxnSpPr>
        <p:spPr>
          <a:xfrm>
            <a:off x="2281573" y="4822596"/>
            <a:ext cx="1376625" cy="916921"/>
          </a:xfrm>
          <a:prstGeom prst="line">
            <a:avLst/>
          </a:prstGeom>
          <a:ln w="76200">
            <a:solidFill>
              <a:srgbClr val="445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1"/>
          <p:cNvCxnSpPr>
            <a:stCxn id="8" idx="6"/>
            <a:endCxn id="9" idx="3"/>
          </p:cNvCxnSpPr>
          <p:nvPr/>
        </p:nvCxnSpPr>
        <p:spPr>
          <a:xfrm flipV="1">
            <a:off x="4317320" y="4334392"/>
            <a:ext cx="1700636" cy="1405122"/>
          </a:xfrm>
          <a:prstGeom prst="line">
            <a:avLst/>
          </a:prstGeom>
          <a:ln w="76200">
            <a:solidFill>
              <a:srgbClr val="445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3"/>
          <p:cNvCxnSpPr>
            <a:stCxn id="9" idx="5"/>
            <a:endCxn id="11" idx="1"/>
          </p:cNvCxnSpPr>
          <p:nvPr/>
        </p:nvCxnSpPr>
        <p:spPr>
          <a:xfrm>
            <a:off x="6484023" y="4334392"/>
            <a:ext cx="885780" cy="716378"/>
          </a:xfrm>
          <a:prstGeom prst="line">
            <a:avLst/>
          </a:prstGeom>
          <a:ln w="76200">
            <a:solidFill>
              <a:srgbClr val="445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6"/>
            <a:endCxn id="12" idx="3"/>
          </p:cNvCxnSpPr>
          <p:nvPr/>
        </p:nvCxnSpPr>
        <p:spPr>
          <a:xfrm flipV="1">
            <a:off x="7932396" y="3766888"/>
            <a:ext cx="2049188" cy="1516920"/>
          </a:xfrm>
          <a:prstGeom prst="line">
            <a:avLst/>
          </a:prstGeom>
          <a:ln w="76200">
            <a:solidFill>
              <a:srgbClr val="445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831662" y="2522948"/>
            <a:ext cx="2123119" cy="1353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r" defTabSz="1450975"/>
            <a:r>
              <a:rPr sz="2800">
                <a:sym typeface="+mn-ea"/>
              </a:rPr>
              <a:t>Frameworks: TensorFlow / PyTorch.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  <a:sym typeface="+mn-ea"/>
            </a:endParaRP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599227" y="5308627"/>
            <a:ext cx="2123119" cy="1168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r" defTabSz="1450975"/>
            <a:r>
              <a:rPr sz="2400">
                <a:sym typeface="+mn-ea"/>
              </a:rPr>
              <a:t>Deployment: </a:t>
            </a:r>
            <a:endParaRPr sz="2400">
              <a:sym typeface="+mn-ea"/>
            </a:endParaRPr>
          </a:p>
          <a:p>
            <a:pPr algn="r" defTabSz="1450975"/>
            <a:r>
              <a:rPr sz="2400">
                <a:sym typeface="+mn-ea"/>
              </a:rPr>
              <a:t>mobile integration.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+mn-ea"/>
            </a:endParaRPr>
          </a:p>
        </p:txBody>
      </p:sp>
      <p:sp>
        <p:nvSpPr>
          <p:cNvPr id="19" name="Text Box 10"/>
          <p:cNvSpPr txBox="1">
            <a:spLocks noChangeArrowheads="1"/>
          </p:cNvSpPr>
          <p:nvPr/>
        </p:nvSpPr>
        <p:spPr bwMode="auto">
          <a:xfrm>
            <a:off x="4474396" y="2109520"/>
            <a:ext cx="2123119" cy="1537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r" defTabSz="1450975"/>
            <a:r>
              <a:rPr sz="2400">
                <a:sym typeface="+mn-ea"/>
              </a:rPr>
              <a:t>Model: DistilGPT for lightweight prediction.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  <a:sym typeface="+mn-ea"/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8117042" y="1949585"/>
            <a:ext cx="2123119" cy="13995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r" defTabSz="1450975"/>
            <a:r>
              <a:rPr sz="2000" b="1">
                <a:sym typeface="+mn-ea"/>
              </a:rPr>
              <a:t>Testing: Compare accuracy with N-gram and RNN.</a:t>
            </a:r>
            <a:endParaRPr sz="2000" b="1">
              <a:sym typeface="+mn-ea"/>
            </a:endParaRPr>
          </a:p>
          <a:p>
            <a:pPr algn="r" defTabSz="1450975"/>
            <a:r>
              <a:rPr lang="zh-CN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.</a:t>
            </a:r>
            <a:endParaRPr lang="zh-CN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22" name="Freeform 10"/>
          <p:cNvSpPr>
            <a:spLocks noEditPoints="1"/>
          </p:cNvSpPr>
          <p:nvPr/>
        </p:nvSpPr>
        <p:spPr bwMode="auto">
          <a:xfrm>
            <a:off x="10073023" y="3409405"/>
            <a:ext cx="283188" cy="248892"/>
          </a:xfrm>
          <a:custGeom>
            <a:avLst/>
            <a:gdLst>
              <a:gd name="T0" fmla="*/ 121 w 122"/>
              <a:gd name="T1" fmla="*/ 103 h 107"/>
              <a:gd name="T2" fmla="*/ 63 w 122"/>
              <a:gd name="T3" fmla="*/ 1 h 107"/>
              <a:gd name="T4" fmla="*/ 61 w 122"/>
              <a:gd name="T5" fmla="*/ 0 h 107"/>
              <a:gd name="T6" fmla="*/ 59 w 122"/>
              <a:gd name="T7" fmla="*/ 1 h 107"/>
              <a:gd name="T8" fmla="*/ 1 w 122"/>
              <a:gd name="T9" fmla="*/ 103 h 107"/>
              <a:gd name="T10" fmla="*/ 0 w 122"/>
              <a:gd name="T11" fmla="*/ 105 h 107"/>
              <a:gd name="T12" fmla="*/ 0 w 122"/>
              <a:gd name="T13" fmla="*/ 106 h 107"/>
              <a:gd name="T14" fmla="*/ 3 w 122"/>
              <a:gd name="T15" fmla="*/ 107 h 107"/>
              <a:gd name="T16" fmla="*/ 119 w 122"/>
              <a:gd name="T17" fmla="*/ 107 h 107"/>
              <a:gd name="T18" fmla="*/ 121 w 122"/>
              <a:gd name="T19" fmla="*/ 106 h 107"/>
              <a:gd name="T20" fmla="*/ 121 w 122"/>
              <a:gd name="T21" fmla="*/ 103 h 107"/>
              <a:gd name="T22" fmla="*/ 55 w 122"/>
              <a:gd name="T23" fmla="*/ 38 h 107"/>
              <a:gd name="T24" fmla="*/ 67 w 122"/>
              <a:gd name="T25" fmla="*/ 38 h 107"/>
              <a:gd name="T26" fmla="*/ 67 w 122"/>
              <a:gd name="T27" fmla="*/ 76 h 107"/>
              <a:gd name="T28" fmla="*/ 55 w 122"/>
              <a:gd name="T29" fmla="*/ 76 h 107"/>
              <a:gd name="T30" fmla="*/ 55 w 122"/>
              <a:gd name="T31" fmla="*/ 38 h 107"/>
              <a:gd name="T32" fmla="*/ 61 w 122"/>
              <a:gd name="T33" fmla="*/ 97 h 107"/>
              <a:gd name="T34" fmla="*/ 55 w 122"/>
              <a:gd name="T35" fmla="*/ 91 h 107"/>
              <a:gd name="T36" fmla="*/ 61 w 122"/>
              <a:gd name="T37" fmla="*/ 86 h 107"/>
              <a:gd name="T38" fmla="*/ 67 w 122"/>
              <a:gd name="T39" fmla="*/ 91 h 107"/>
              <a:gd name="T40" fmla="*/ 61 w 122"/>
              <a:gd name="T41" fmla="*/ 97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2" h="107">
                <a:moveTo>
                  <a:pt x="121" y="103"/>
                </a:moveTo>
                <a:cubicBezTo>
                  <a:pt x="63" y="1"/>
                  <a:pt x="63" y="1"/>
                  <a:pt x="63" y="1"/>
                </a:cubicBezTo>
                <a:cubicBezTo>
                  <a:pt x="63" y="1"/>
                  <a:pt x="62" y="0"/>
                  <a:pt x="61" y="0"/>
                </a:cubicBezTo>
                <a:cubicBezTo>
                  <a:pt x="60" y="0"/>
                  <a:pt x="59" y="1"/>
                  <a:pt x="59" y="1"/>
                </a:cubicBezTo>
                <a:cubicBezTo>
                  <a:pt x="1" y="103"/>
                  <a:pt x="1" y="103"/>
                  <a:pt x="1" y="103"/>
                </a:cubicBezTo>
                <a:cubicBezTo>
                  <a:pt x="0" y="104"/>
                  <a:pt x="0" y="104"/>
                  <a:pt x="0" y="105"/>
                </a:cubicBezTo>
                <a:cubicBezTo>
                  <a:pt x="0" y="106"/>
                  <a:pt x="0" y="106"/>
                  <a:pt x="0" y="106"/>
                </a:cubicBezTo>
                <a:cubicBezTo>
                  <a:pt x="1" y="107"/>
                  <a:pt x="2" y="107"/>
                  <a:pt x="3" y="107"/>
                </a:cubicBezTo>
                <a:cubicBezTo>
                  <a:pt x="119" y="107"/>
                  <a:pt x="119" y="107"/>
                  <a:pt x="119" y="107"/>
                </a:cubicBezTo>
                <a:cubicBezTo>
                  <a:pt x="120" y="107"/>
                  <a:pt x="121" y="107"/>
                  <a:pt x="121" y="106"/>
                </a:cubicBezTo>
                <a:cubicBezTo>
                  <a:pt x="122" y="105"/>
                  <a:pt x="122" y="104"/>
                  <a:pt x="121" y="103"/>
                </a:cubicBezTo>
                <a:close/>
                <a:moveTo>
                  <a:pt x="55" y="38"/>
                </a:moveTo>
                <a:cubicBezTo>
                  <a:pt x="67" y="38"/>
                  <a:pt x="67" y="38"/>
                  <a:pt x="67" y="38"/>
                </a:cubicBezTo>
                <a:cubicBezTo>
                  <a:pt x="67" y="76"/>
                  <a:pt x="67" y="76"/>
                  <a:pt x="67" y="76"/>
                </a:cubicBezTo>
                <a:cubicBezTo>
                  <a:pt x="55" y="76"/>
                  <a:pt x="55" y="76"/>
                  <a:pt x="55" y="76"/>
                </a:cubicBezTo>
                <a:lnTo>
                  <a:pt x="55" y="38"/>
                </a:lnTo>
                <a:close/>
                <a:moveTo>
                  <a:pt x="61" y="97"/>
                </a:moveTo>
                <a:cubicBezTo>
                  <a:pt x="57" y="97"/>
                  <a:pt x="55" y="95"/>
                  <a:pt x="55" y="91"/>
                </a:cubicBezTo>
                <a:cubicBezTo>
                  <a:pt x="55" y="88"/>
                  <a:pt x="57" y="86"/>
                  <a:pt x="61" y="86"/>
                </a:cubicBezTo>
                <a:cubicBezTo>
                  <a:pt x="65" y="86"/>
                  <a:pt x="67" y="88"/>
                  <a:pt x="67" y="91"/>
                </a:cubicBezTo>
                <a:cubicBezTo>
                  <a:pt x="67" y="95"/>
                  <a:pt x="65" y="97"/>
                  <a:pt x="61" y="97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23" name="Freeform 13"/>
          <p:cNvSpPr>
            <a:spLocks noEditPoints="1"/>
          </p:cNvSpPr>
          <p:nvPr/>
        </p:nvSpPr>
        <p:spPr bwMode="auto">
          <a:xfrm>
            <a:off x="7412855" y="5116001"/>
            <a:ext cx="379955" cy="335607"/>
          </a:xfrm>
          <a:custGeom>
            <a:avLst/>
            <a:gdLst>
              <a:gd name="T0" fmla="*/ 132 w 134"/>
              <a:gd name="T1" fmla="*/ 16 h 118"/>
              <a:gd name="T2" fmla="*/ 120 w 134"/>
              <a:gd name="T3" fmla="*/ 4 h 118"/>
              <a:gd name="T4" fmla="*/ 115 w 134"/>
              <a:gd name="T5" fmla="*/ 4 h 118"/>
              <a:gd name="T6" fmla="*/ 113 w 134"/>
              <a:gd name="T7" fmla="*/ 8 h 118"/>
              <a:gd name="T8" fmla="*/ 111 w 134"/>
              <a:gd name="T9" fmla="*/ 8 h 118"/>
              <a:gd name="T10" fmla="*/ 111 w 134"/>
              <a:gd name="T11" fmla="*/ 8 h 118"/>
              <a:gd name="T12" fmla="*/ 80 w 134"/>
              <a:gd name="T13" fmla="*/ 39 h 118"/>
              <a:gd name="T14" fmla="*/ 78 w 134"/>
              <a:gd name="T15" fmla="*/ 47 h 118"/>
              <a:gd name="T16" fmla="*/ 82 w 134"/>
              <a:gd name="T17" fmla="*/ 50 h 118"/>
              <a:gd name="T18" fmla="*/ 82 w 134"/>
              <a:gd name="T19" fmla="*/ 50 h 118"/>
              <a:gd name="T20" fmla="*/ 82 w 134"/>
              <a:gd name="T21" fmla="*/ 50 h 118"/>
              <a:gd name="T22" fmla="*/ 75 w 134"/>
              <a:gd name="T23" fmla="*/ 57 h 118"/>
              <a:gd name="T24" fmla="*/ 53 w 134"/>
              <a:gd name="T25" fmla="*/ 35 h 118"/>
              <a:gd name="T26" fmla="*/ 46 w 134"/>
              <a:gd name="T27" fmla="*/ 9 h 118"/>
              <a:gd name="T28" fmla="*/ 21 w 134"/>
              <a:gd name="T29" fmla="*/ 2 h 118"/>
              <a:gd name="T30" fmla="*/ 36 w 134"/>
              <a:gd name="T31" fmla="*/ 17 h 118"/>
              <a:gd name="T32" fmla="*/ 32 w 134"/>
              <a:gd name="T33" fmla="*/ 32 h 118"/>
              <a:gd name="T34" fmla="*/ 17 w 134"/>
              <a:gd name="T35" fmla="*/ 36 h 118"/>
              <a:gd name="T36" fmla="*/ 2 w 134"/>
              <a:gd name="T37" fmla="*/ 21 h 118"/>
              <a:gd name="T38" fmla="*/ 9 w 134"/>
              <a:gd name="T39" fmla="*/ 46 h 118"/>
              <a:gd name="T40" fmla="*/ 36 w 134"/>
              <a:gd name="T41" fmla="*/ 53 h 118"/>
              <a:gd name="T42" fmla="*/ 36 w 134"/>
              <a:gd name="T43" fmla="*/ 53 h 118"/>
              <a:gd name="T44" fmla="*/ 58 w 134"/>
              <a:gd name="T45" fmla="*/ 74 h 118"/>
              <a:gd name="T46" fmla="*/ 37 w 134"/>
              <a:gd name="T47" fmla="*/ 95 h 118"/>
              <a:gd name="T48" fmla="*/ 36 w 134"/>
              <a:gd name="T49" fmla="*/ 94 h 118"/>
              <a:gd name="T50" fmla="*/ 30 w 134"/>
              <a:gd name="T51" fmla="*/ 99 h 118"/>
              <a:gd name="T52" fmla="*/ 20 w 134"/>
              <a:gd name="T53" fmla="*/ 114 h 118"/>
              <a:gd name="T54" fmla="*/ 23 w 134"/>
              <a:gd name="T55" fmla="*/ 116 h 118"/>
              <a:gd name="T56" fmla="*/ 38 w 134"/>
              <a:gd name="T57" fmla="*/ 107 h 118"/>
              <a:gd name="T58" fmla="*/ 43 w 134"/>
              <a:gd name="T59" fmla="*/ 101 h 118"/>
              <a:gd name="T60" fmla="*/ 42 w 134"/>
              <a:gd name="T61" fmla="*/ 100 h 118"/>
              <a:gd name="T62" fmla="*/ 62 w 134"/>
              <a:gd name="T63" fmla="*/ 79 h 118"/>
              <a:gd name="T64" fmla="*/ 98 w 134"/>
              <a:gd name="T65" fmla="*/ 114 h 118"/>
              <a:gd name="T66" fmla="*/ 106 w 134"/>
              <a:gd name="T67" fmla="*/ 118 h 118"/>
              <a:gd name="T68" fmla="*/ 115 w 134"/>
              <a:gd name="T69" fmla="*/ 114 h 118"/>
              <a:gd name="T70" fmla="*/ 115 w 134"/>
              <a:gd name="T71" fmla="*/ 97 h 118"/>
              <a:gd name="T72" fmla="*/ 80 w 134"/>
              <a:gd name="T73" fmla="*/ 62 h 118"/>
              <a:gd name="T74" fmla="*/ 87 w 134"/>
              <a:gd name="T75" fmla="*/ 55 h 118"/>
              <a:gd name="T76" fmla="*/ 90 w 134"/>
              <a:gd name="T77" fmla="*/ 58 h 118"/>
              <a:gd name="T78" fmla="*/ 97 w 134"/>
              <a:gd name="T79" fmla="*/ 56 h 118"/>
              <a:gd name="T80" fmla="*/ 127 w 134"/>
              <a:gd name="T81" fmla="*/ 26 h 118"/>
              <a:gd name="T82" fmla="*/ 128 w 134"/>
              <a:gd name="T83" fmla="*/ 25 h 118"/>
              <a:gd name="T84" fmla="*/ 128 w 134"/>
              <a:gd name="T85" fmla="*/ 25 h 118"/>
              <a:gd name="T86" fmla="*/ 129 w 134"/>
              <a:gd name="T87" fmla="*/ 23 h 118"/>
              <a:gd name="T88" fmla="*/ 132 w 134"/>
              <a:gd name="T89" fmla="*/ 22 h 118"/>
              <a:gd name="T90" fmla="*/ 132 w 134"/>
              <a:gd name="T91" fmla="*/ 16 h 118"/>
              <a:gd name="T92" fmla="*/ 108 w 134"/>
              <a:gd name="T93" fmla="*/ 103 h 118"/>
              <a:gd name="T94" fmla="*/ 112 w 134"/>
              <a:gd name="T95" fmla="*/ 108 h 118"/>
              <a:gd name="T96" fmla="*/ 108 w 134"/>
              <a:gd name="T97" fmla="*/ 112 h 118"/>
              <a:gd name="T98" fmla="*/ 103 w 134"/>
              <a:gd name="T99" fmla="*/ 108 h 118"/>
              <a:gd name="T100" fmla="*/ 108 w 134"/>
              <a:gd name="T101" fmla="*/ 103 h 118"/>
              <a:gd name="T102" fmla="*/ 90 w 134"/>
              <a:gd name="T103" fmla="*/ 41 h 118"/>
              <a:gd name="T104" fmla="*/ 88 w 134"/>
              <a:gd name="T105" fmla="*/ 39 h 118"/>
              <a:gd name="T106" fmla="*/ 111 w 134"/>
              <a:gd name="T107" fmla="*/ 16 h 118"/>
              <a:gd name="T108" fmla="*/ 113 w 134"/>
              <a:gd name="T109" fmla="*/ 18 h 118"/>
              <a:gd name="T110" fmla="*/ 90 w 134"/>
              <a:gd name="T111" fmla="*/ 41 h 118"/>
              <a:gd name="T112" fmla="*/ 98 w 134"/>
              <a:gd name="T113" fmla="*/ 48 h 118"/>
              <a:gd name="T114" fmla="*/ 96 w 134"/>
              <a:gd name="T115" fmla="*/ 46 h 118"/>
              <a:gd name="T116" fmla="*/ 118 w 134"/>
              <a:gd name="T117" fmla="*/ 23 h 118"/>
              <a:gd name="T118" fmla="*/ 120 w 134"/>
              <a:gd name="T119" fmla="*/ 25 h 118"/>
              <a:gd name="T120" fmla="*/ 98 w 134"/>
              <a:gd name="T121" fmla="*/ 4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34" h="118">
                <a:moveTo>
                  <a:pt x="132" y="16"/>
                </a:moveTo>
                <a:cubicBezTo>
                  <a:pt x="120" y="4"/>
                  <a:pt x="120" y="4"/>
                  <a:pt x="120" y="4"/>
                </a:cubicBezTo>
                <a:cubicBezTo>
                  <a:pt x="119" y="2"/>
                  <a:pt x="116" y="2"/>
                  <a:pt x="115" y="4"/>
                </a:cubicBezTo>
                <a:cubicBezTo>
                  <a:pt x="114" y="5"/>
                  <a:pt x="113" y="6"/>
                  <a:pt x="113" y="8"/>
                </a:cubicBezTo>
                <a:cubicBezTo>
                  <a:pt x="113" y="8"/>
                  <a:pt x="112" y="8"/>
                  <a:pt x="111" y="8"/>
                </a:cubicBezTo>
                <a:cubicBezTo>
                  <a:pt x="111" y="8"/>
                  <a:pt x="111" y="8"/>
                  <a:pt x="111" y="8"/>
                </a:cubicBezTo>
                <a:cubicBezTo>
                  <a:pt x="80" y="39"/>
                  <a:pt x="80" y="39"/>
                  <a:pt x="80" y="39"/>
                </a:cubicBezTo>
                <a:cubicBezTo>
                  <a:pt x="81" y="42"/>
                  <a:pt x="80" y="44"/>
                  <a:pt x="78" y="47"/>
                </a:cubicBezTo>
                <a:cubicBezTo>
                  <a:pt x="82" y="50"/>
                  <a:pt x="82" y="50"/>
                  <a:pt x="82" y="50"/>
                </a:cubicBezTo>
                <a:cubicBezTo>
                  <a:pt x="82" y="50"/>
                  <a:pt x="82" y="50"/>
                  <a:pt x="82" y="50"/>
                </a:cubicBezTo>
                <a:cubicBezTo>
                  <a:pt x="82" y="50"/>
                  <a:pt x="82" y="50"/>
                  <a:pt x="82" y="50"/>
                </a:cubicBezTo>
                <a:cubicBezTo>
                  <a:pt x="75" y="57"/>
                  <a:pt x="75" y="57"/>
                  <a:pt x="75" y="57"/>
                </a:cubicBezTo>
                <a:cubicBezTo>
                  <a:pt x="53" y="35"/>
                  <a:pt x="53" y="35"/>
                  <a:pt x="53" y="35"/>
                </a:cubicBezTo>
                <a:cubicBezTo>
                  <a:pt x="56" y="26"/>
                  <a:pt x="53" y="16"/>
                  <a:pt x="46" y="9"/>
                </a:cubicBezTo>
                <a:cubicBezTo>
                  <a:pt x="39" y="2"/>
                  <a:pt x="30" y="0"/>
                  <a:pt x="21" y="2"/>
                </a:cubicBezTo>
                <a:cubicBezTo>
                  <a:pt x="36" y="17"/>
                  <a:pt x="36" y="17"/>
                  <a:pt x="36" y="17"/>
                </a:cubicBezTo>
                <a:cubicBezTo>
                  <a:pt x="32" y="32"/>
                  <a:pt x="32" y="32"/>
                  <a:pt x="32" y="32"/>
                </a:cubicBezTo>
                <a:cubicBezTo>
                  <a:pt x="17" y="36"/>
                  <a:pt x="17" y="36"/>
                  <a:pt x="17" y="36"/>
                </a:cubicBezTo>
                <a:cubicBezTo>
                  <a:pt x="2" y="21"/>
                  <a:pt x="2" y="21"/>
                  <a:pt x="2" y="21"/>
                </a:cubicBezTo>
                <a:cubicBezTo>
                  <a:pt x="0" y="30"/>
                  <a:pt x="2" y="39"/>
                  <a:pt x="9" y="46"/>
                </a:cubicBezTo>
                <a:cubicBezTo>
                  <a:pt x="16" y="54"/>
                  <a:pt x="27" y="56"/>
                  <a:pt x="36" y="53"/>
                </a:cubicBezTo>
                <a:cubicBezTo>
                  <a:pt x="36" y="53"/>
                  <a:pt x="36" y="53"/>
                  <a:pt x="36" y="53"/>
                </a:cubicBezTo>
                <a:cubicBezTo>
                  <a:pt x="58" y="74"/>
                  <a:pt x="58" y="74"/>
                  <a:pt x="58" y="74"/>
                </a:cubicBezTo>
                <a:cubicBezTo>
                  <a:pt x="37" y="95"/>
                  <a:pt x="37" y="95"/>
                  <a:pt x="37" y="95"/>
                </a:cubicBezTo>
                <a:cubicBezTo>
                  <a:pt x="36" y="94"/>
                  <a:pt x="36" y="94"/>
                  <a:pt x="36" y="94"/>
                </a:cubicBezTo>
                <a:cubicBezTo>
                  <a:pt x="30" y="99"/>
                  <a:pt x="30" y="99"/>
                  <a:pt x="30" y="99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3" y="116"/>
                  <a:pt x="23" y="116"/>
                  <a:pt x="23" y="116"/>
                </a:cubicBezTo>
                <a:cubicBezTo>
                  <a:pt x="38" y="107"/>
                  <a:pt x="38" y="107"/>
                  <a:pt x="38" y="107"/>
                </a:cubicBezTo>
                <a:cubicBezTo>
                  <a:pt x="43" y="101"/>
                  <a:pt x="43" y="101"/>
                  <a:pt x="43" y="101"/>
                </a:cubicBezTo>
                <a:cubicBezTo>
                  <a:pt x="42" y="100"/>
                  <a:pt x="42" y="100"/>
                  <a:pt x="42" y="100"/>
                </a:cubicBezTo>
                <a:cubicBezTo>
                  <a:pt x="62" y="79"/>
                  <a:pt x="62" y="79"/>
                  <a:pt x="62" y="79"/>
                </a:cubicBezTo>
                <a:cubicBezTo>
                  <a:pt x="98" y="114"/>
                  <a:pt x="98" y="114"/>
                  <a:pt x="98" y="114"/>
                </a:cubicBezTo>
                <a:cubicBezTo>
                  <a:pt x="100" y="117"/>
                  <a:pt x="103" y="118"/>
                  <a:pt x="106" y="118"/>
                </a:cubicBezTo>
                <a:cubicBezTo>
                  <a:pt x="110" y="118"/>
                  <a:pt x="113" y="117"/>
                  <a:pt x="115" y="114"/>
                </a:cubicBezTo>
                <a:cubicBezTo>
                  <a:pt x="120" y="110"/>
                  <a:pt x="120" y="102"/>
                  <a:pt x="115" y="97"/>
                </a:cubicBezTo>
                <a:cubicBezTo>
                  <a:pt x="80" y="62"/>
                  <a:pt x="80" y="62"/>
                  <a:pt x="80" y="62"/>
                </a:cubicBezTo>
                <a:cubicBezTo>
                  <a:pt x="87" y="55"/>
                  <a:pt x="87" y="55"/>
                  <a:pt x="87" y="55"/>
                </a:cubicBezTo>
                <a:cubicBezTo>
                  <a:pt x="90" y="58"/>
                  <a:pt x="90" y="58"/>
                  <a:pt x="90" y="58"/>
                </a:cubicBezTo>
                <a:cubicBezTo>
                  <a:pt x="92" y="56"/>
                  <a:pt x="95" y="56"/>
                  <a:pt x="97" y="56"/>
                </a:cubicBezTo>
                <a:cubicBezTo>
                  <a:pt x="127" y="26"/>
                  <a:pt x="127" y="26"/>
                  <a:pt x="127" y="26"/>
                </a:cubicBezTo>
                <a:cubicBezTo>
                  <a:pt x="128" y="25"/>
                  <a:pt x="128" y="25"/>
                  <a:pt x="128" y="25"/>
                </a:cubicBezTo>
                <a:cubicBezTo>
                  <a:pt x="128" y="25"/>
                  <a:pt x="128" y="25"/>
                  <a:pt x="128" y="25"/>
                </a:cubicBezTo>
                <a:cubicBezTo>
                  <a:pt x="128" y="25"/>
                  <a:pt x="129" y="24"/>
                  <a:pt x="129" y="23"/>
                </a:cubicBezTo>
                <a:cubicBezTo>
                  <a:pt x="130" y="23"/>
                  <a:pt x="131" y="23"/>
                  <a:pt x="132" y="22"/>
                </a:cubicBezTo>
                <a:cubicBezTo>
                  <a:pt x="134" y="20"/>
                  <a:pt x="134" y="17"/>
                  <a:pt x="132" y="16"/>
                </a:cubicBezTo>
                <a:close/>
                <a:moveTo>
                  <a:pt x="108" y="103"/>
                </a:moveTo>
                <a:cubicBezTo>
                  <a:pt x="110" y="103"/>
                  <a:pt x="112" y="105"/>
                  <a:pt x="112" y="108"/>
                </a:cubicBezTo>
                <a:cubicBezTo>
                  <a:pt x="112" y="110"/>
                  <a:pt x="110" y="112"/>
                  <a:pt x="108" y="112"/>
                </a:cubicBezTo>
                <a:cubicBezTo>
                  <a:pt x="105" y="112"/>
                  <a:pt x="103" y="110"/>
                  <a:pt x="103" y="108"/>
                </a:cubicBezTo>
                <a:cubicBezTo>
                  <a:pt x="103" y="105"/>
                  <a:pt x="105" y="103"/>
                  <a:pt x="108" y="103"/>
                </a:cubicBezTo>
                <a:close/>
                <a:moveTo>
                  <a:pt x="90" y="41"/>
                </a:moveTo>
                <a:cubicBezTo>
                  <a:pt x="88" y="39"/>
                  <a:pt x="88" y="39"/>
                  <a:pt x="88" y="39"/>
                </a:cubicBezTo>
                <a:cubicBezTo>
                  <a:pt x="111" y="16"/>
                  <a:pt x="111" y="16"/>
                  <a:pt x="111" y="16"/>
                </a:cubicBezTo>
                <a:cubicBezTo>
                  <a:pt x="113" y="18"/>
                  <a:pt x="113" y="18"/>
                  <a:pt x="113" y="18"/>
                </a:cubicBezTo>
                <a:lnTo>
                  <a:pt x="90" y="41"/>
                </a:lnTo>
                <a:close/>
                <a:moveTo>
                  <a:pt x="98" y="48"/>
                </a:moveTo>
                <a:cubicBezTo>
                  <a:pt x="96" y="46"/>
                  <a:pt x="96" y="46"/>
                  <a:pt x="96" y="46"/>
                </a:cubicBezTo>
                <a:cubicBezTo>
                  <a:pt x="118" y="23"/>
                  <a:pt x="118" y="23"/>
                  <a:pt x="118" y="23"/>
                </a:cubicBezTo>
                <a:cubicBezTo>
                  <a:pt x="120" y="25"/>
                  <a:pt x="120" y="25"/>
                  <a:pt x="120" y="25"/>
                </a:cubicBezTo>
                <a:lnTo>
                  <a:pt x="98" y="48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grpSp>
        <p:nvGrpSpPr>
          <p:cNvPr id="24" name="Group 62"/>
          <p:cNvGrpSpPr/>
          <p:nvPr/>
        </p:nvGrpSpPr>
        <p:grpSpPr>
          <a:xfrm>
            <a:off x="3830036" y="5626780"/>
            <a:ext cx="315441" cy="225472"/>
            <a:chOff x="1585913" y="1584325"/>
            <a:chExt cx="461963" cy="330201"/>
          </a:xfrm>
          <a:solidFill>
            <a:srgbClr val="44546A"/>
          </a:solidFill>
        </p:grpSpPr>
        <p:sp>
          <p:nvSpPr>
            <p:cNvPr id="25" name="Freeform 13"/>
            <p:cNvSpPr/>
            <p:nvPr/>
          </p:nvSpPr>
          <p:spPr bwMode="auto">
            <a:xfrm>
              <a:off x="1585913" y="1646238"/>
              <a:ext cx="461963" cy="268288"/>
            </a:xfrm>
            <a:custGeom>
              <a:avLst/>
              <a:gdLst>
                <a:gd name="T0" fmla="*/ 0 w 291"/>
                <a:gd name="T1" fmla="*/ 0 h 169"/>
                <a:gd name="T2" fmla="*/ 0 w 291"/>
                <a:gd name="T3" fmla="*/ 169 h 169"/>
                <a:gd name="T4" fmla="*/ 291 w 291"/>
                <a:gd name="T5" fmla="*/ 169 h 169"/>
                <a:gd name="T6" fmla="*/ 291 w 291"/>
                <a:gd name="T7" fmla="*/ 0 h 169"/>
                <a:gd name="T8" fmla="*/ 146 w 291"/>
                <a:gd name="T9" fmla="*/ 105 h 169"/>
                <a:gd name="T10" fmla="*/ 0 w 291"/>
                <a:gd name="T11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1" h="169">
                  <a:moveTo>
                    <a:pt x="0" y="0"/>
                  </a:moveTo>
                  <a:lnTo>
                    <a:pt x="0" y="169"/>
                  </a:lnTo>
                  <a:lnTo>
                    <a:pt x="291" y="169"/>
                  </a:lnTo>
                  <a:lnTo>
                    <a:pt x="291" y="0"/>
                  </a:lnTo>
                  <a:lnTo>
                    <a:pt x="146" y="10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  <p:sp>
          <p:nvSpPr>
            <p:cNvPr id="26" name="Freeform 14"/>
            <p:cNvSpPr/>
            <p:nvPr/>
          </p:nvSpPr>
          <p:spPr bwMode="auto">
            <a:xfrm>
              <a:off x="1585913" y="1584325"/>
              <a:ext cx="461963" cy="192088"/>
            </a:xfrm>
            <a:custGeom>
              <a:avLst/>
              <a:gdLst>
                <a:gd name="T0" fmla="*/ 291 w 291"/>
                <a:gd name="T1" fmla="*/ 17 h 121"/>
                <a:gd name="T2" fmla="*/ 291 w 291"/>
                <a:gd name="T3" fmla="*/ 0 h 121"/>
                <a:gd name="T4" fmla="*/ 0 w 291"/>
                <a:gd name="T5" fmla="*/ 0 h 121"/>
                <a:gd name="T6" fmla="*/ 0 w 291"/>
                <a:gd name="T7" fmla="*/ 17 h 121"/>
                <a:gd name="T8" fmla="*/ 146 w 291"/>
                <a:gd name="T9" fmla="*/ 121 h 121"/>
                <a:gd name="T10" fmla="*/ 291 w 291"/>
                <a:gd name="T11" fmla="*/ 17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1" h="121">
                  <a:moveTo>
                    <a:pt x="291" y="17"/>
                  </a:moveTo>
                  <a:lnTo>
                    <a:pt x="291" y="0"/>
                  </a:lnTo>
                  <a:lnTo>
                    <a:pt x="0" y="0"/>
                  </a:lnTo>
                  <a:lnTo>
                    <a:pt x="0" y="17"/>
                  </a:lnTo>
                  <a:lnTo>
                    <a:pt x="146" y="121"/>
                  </a:lnTo>
                  <a:lnTo>
                    <a:pt x="291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</p:grpSp>
      <p:sp>
        <p:nvSpPr>
          <p:cNvPr id="27" name="Freeform 23"/>
          <p:cNvSpPr/>
          <p:nvPr/>
        </p:nvSpPr>
        <p:spPr bwMode="auto">
          <a:xfrm>
            <a:off x="1902680" y="4438070"/>
            <a:ext cx="291718" cy="302976"/>
          </a:xfrm>
          <a:custGeom>
            <a:avLst/>
            <a:gdLst>
              <a:gd name="T0" fmla="*/ 100 w 137"/>
              <a:gd name="T1" fmla="*/ 57 h 142"/>
              <a:gd name="T2" fmla="*/ 137 w 137"/>
              <a:gd name="T3" fmla="*/ 57 h 142"/>
              <a:gd name="T4" fmla="*/ 76 w 137"/>
              <a:gd name="T5" fmla="*/ 4 h 142"/>
              <a:gd name="T6" fmla="*/ 70 w 137"/>
              <a:gd name="T7" fmla="*/ 0 h 142"/>
              <a:gd name="T8" fmla="*/ 63 w 137"/>
              <a:gd name="T9" fmla="*/ 4 h 142"/>
              <a:gd name="T10" fmla="*/ 0 w 137"/>
              <a:gd name="T11" fmla="*/ 57 h 142"/>
              <a:gd name="T12" fmla="*/ 40 w 137"/>
              <a:gd name="T13" fmla="*/ 57 h 142"/>
              <a:gd name="T14" fmla="*/ 63 w 137"/>
              <a:gd name="T15" fmla="*/ 4 h 142"/>
              <a:gd name="T16" fmla="*/ 62 w 137"/>
              <a:gd name="T17" fmla="*/ 5 h 142"/>
              <a:gd name="T18" fmla="*/ 44 w 137"/>
              <a:gd name="T19" fmla="*/ 57 h 142"/>
              <a:gd name="T20" fmla="*/ 65 w 137"/>
              <a:gd name="T21" fmla="*/ 57 h 142"/>
              <a:gd name="T22" fmla="*/ 65 w 137"/>
              <a:gd name="T23" fmla="*/ 122 h 142"/>
              <a:gd name="T24" fmla="*/ 65 w 137"/>
              <a:gd name="T25" fmla="*/ 125 h 142"/>
              <a:gd name="T26" fmla="*/ 65 w 137"/>
              <a:gd name="T27" fmla="*/ 130 h 142"/>
              <a:gd name="T28" fmla="*/ 76 w 137"/>
              <a:gd name="T29" fmla="*/ 142 h 142"/>
              <a:gd name="T30" fmla="*/ 88 w 137"/>
              <a:gd name="T31" fmla="*/ 130 h 142"/>
              <a:gd name="T32" fmla="*/ 88 w 137"/>
              <a:gd name="T33" fmla="*/ 125 h 142"/>
              <a:gd name="T34" fmla="*/ 80 w 137"/>
              <a:gd name="T35" fmla="*/ 125 h 142"/>
              <a:gd name="T36" fmla="*/ 80 w 137"/>
              <a:gd name="T37" fmla="*/ 127 h 142"/>
              <a:gd name="T38" fmla="*/ 80 w 137"/>
              <a:gd name="T39" fmla="*/ 129 h 142"/>
              <a:gd name="T40" fmla="*/ 76 w 137"/>
              <a:gd name="T41" fmla="*/ 133 h 142"/>
              <a:gd name="T42" fmla="*/ 73 w 137"/>
              <a:gd name="T43" fmla="*/ 129 h 142"/>
              <a:gd name="T44" fmla="*/ 73 w 137"/>
              <a:gd name="T45" fmla="*/ 127 h 142"/>
              <a:gd name="T46" fmla="*/ 73 w 137"/>
              <a:gd name="T47" fmla="*/ 125 h 142"/>
              <a:gd name="T48" fmla="*/ 73 w 137"/>
              <a:gd name="T49" fmla="*/ 111 h 142"/>
              <a:gd name="T50" fmla="*/ 73 w 137"/>
              <a:gd name="T51" fmla="*/ 57 h 142"/>
              <a:gd name="T52" fmla="*/ 95 w 137"/>
              <a:gd name="T53" fmla="*/ 57 h 142"/>
              <a:gd name="T54" fmla="*/ 77 w 137"/>
              <a:gd name="T55" fmla="*/ 5 h 142"/>
              <a:gd name="T56" fmla="*/ 76 w 137"/>
              <a:gd name="T57" fmla="*/ 4 h 142"/>
              <a:gd name="T58" fmla="*/ 100 w 137"/>
              <a:gd name="T59" fmla="*/ 57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37" h="142">
                <a:moveTo>
                  <a:pt x="100" y="57"/>
                </a:moveTo>
                <a:cubicBezTo>
                  <a:pt x="137" y="57"/>
                  <a:pt x="137" y="57"/>
                  <a:pt x="137" y="57"/>
                </a:cubicBezTo>
                <a:cubicBezTo>
                  <a:pt x="130" y="28"/>
                  <a:pt x="106" y="7"/>
                  <a:pt x="76" y="4"/>
                </a:cubicBezTo>
                <a:cubicBezTo>
                  <a:pt x="75" y="1"/>
                  <a:pt x="73" y="0"/>
                  <a:pt x="70" y="0"/>
                </a:cubicBezTo>
                <a:cubicBezTo>
                  <a:pt x="67" y="0"/>
                  <a:pt x="64" y="1"/>
                  <a:pt x="63" y="4"/>
                </a:cubicBezTo>
                <a:cubicBezTo>
                  <a:pt x="33" y="6"/>
                  <a:pt x="8" y="28"/>
                  <a:pt x="0" y="57"/>
                </a:cubicBezTo>
                <a:cubicBezTo>
                  <a:pt x="40" y="57"/>
                  <a:pt x="40" y="57"/>
                  <a:pt x="40" y="57"/>
                </a:cubicBezTo>
                <a:cubicBezTo>
                  <a:pt x="40" y="24"/>
                  <a:pt x="58" y="7"/>
                  <a:pt x="63" y="4"/>
                </a:cubicBezTo>
                <a:cubicBezTo>
                  <a:pt x="63" y="4"/>
                  <a:pt x="62" y="5"/>
                  <a:pt x="62" y="5"/>
                </a:cubicBezTo>
                <a:cubicBezTo>
                  <a:pt x="41" y="31"/>
                  <a:pt x="44" y="57"/>
                  <a:pt x="44" y="57"/>
                </a:cubicBezTo>
                <a:cubicBezTo>
                  <a:pt x="65" y="57"/>
                  <a:pt x="65" y="57"/>
                  <a:pt x="65" y="57"/>
                </a:cubicBezTo>
                <a:cubicBezTo>
                  <a:pt x="65" y="122"/>
                  <a:pt x="65" y="122"/>
                  <a:pt x="65" y="122"/>
                </a:cubicBezTo>
                <a:cubicBezTo>
                  <a:pt x="65" y="125"/>
                  <a:pt x="65" y="125"/>
                  <a:pt x="65" y="125"/>
                </a:cubicBezTo>
                <a:cubicBezTo>
                  <a:pt x="65" y="130"/>
                  <a:pt x="65" y="130"/>
                  <a:pt x="65" y="130"/>
                </a:cubicBezTo>
                <a:cubicBezTo>
                  <a:pt x="65" y="136"/>
                  <a:pt x="70" y="142"/>
                  <a:pt x="76" y="142"/>
                </a:cubicBezTo>
                <a:cubicBezTo>
                  <a:pt x="83" y="142"/>
                  <a:pt x="88" y="136"/>
                  <a:pt x="88" y="130"/>
                </a:cubicBezTo>
                <a:cubicBezTo>
                  <a:pt x="88" y="125"/>
                  <a:pt x="88" y="125"/>
                  <a:pt x="88" y="125"/>
                </a:cubicBezTo>
                <a:cubicBezTo>
                  <a:pt x="80" y="125"/>
                  <a:pt x="80" y="125"/>
                  <a:pt x="80" y="125"/>
                </a:cubicBezTo>
                <a:cubicBezTo>
                  <a:pt x="80" y="127"/>
                  <a:pt x="80" y="127"/>
                  <a:pt x="80" y="127"/>
                </a:cubicBezTo>
                <a:cubicBezTo>
                  <a:pt x="80" y="129"/>
                  <a:pt x="80" y="129"/>
                  <a:pt x="80" y="129"/>
                </a:cubicBezTo>
                <a:cubicBezTo>
                  <a:pt x="80" y="131"/>
                  <a:pt x="78" y="133"/>
                  <a:pt x="76" y="133"/>
                </a:cubicBezTo>
                <a:cubicBezTo>
                  <a:pt x="74" y="133"/>
                  <a:pt x="73" y="131"/>
                  <a:pt x="73" y="129"/>
                </a:cubicBezTo>
                <a:cubicBezTo>
                  <a:pt x="73" y="127"/>
                  <a:pt x="73" y="127"/>
                  <a:pt x="73" y="127"/>
                </a:cubicBezTo>
                <a:cubicBezTo>
                  <a:pt x="73" y="125"/>
                  <a:pt x="73" y="125"/>
                  <a:pt x="73" y="125"/>
                </a:cubicBezTo>
                <a:cubicBezTo>
                  <a:pt x="73" y="111"/>
                  <a:pt x="73" y="111"/>
                  <a:pt x="73" y="111"/>
                </a:cubicBezTo>
                <a:cubicBezTo>
                  <a:pt x="73" y="57"/>
                  <a:pt x="73" y="57"/>
                  <a:pt x="73" y="57"/>
                </a:cubicBezTo>
                <a:cubicBezTo>
                  <a:pt x="95" y="57"/>
                  <a:pt x="95" y="57"/>
                  <a:pt x="95" y="57"/>
                </a:cubicBezTo>
                <a:cubicBezTo>
                  <a:pt x="95" y="57"/>
                  <a:pt x="98" y="31"/>
                  <a:pt x="77" y="5"/>
                </a:cubicBezTo>
                <a:cubicBezTo>
                  <a:pt x="77" y="5"/>
                  <a:pt x="77" y="4"/>
                  <a:pt x="76" y="4"/>
                </a:cubicBezTo>
                <a:cubicBezTo>
                  <a:pt x="81" y="7"/>
                  <a:pt x="100" y="24"/>
                  <a:pt x="100" y="57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grpSp>
        <p:nvGrpSpPr>
          <p:cNvPr id="28" name="Group 66"/>
          <p:cNvGrpSpPr/>
          <p:nvPr/>
        </p:nvGrpSpPr>
        <p:grpSpPr>
          <a:xfrm>
            <a:off x="6070769" y="3977401"/>
            <a:ext cx="360434" cy="224513"/>
            <a:chOff x="5172076" y="1938338"/>
            <a:chExt cx="471488" cy="293688"/>
          </a:xfrm>
          <a:solidFill>
            <a:srgbClr val="44546A"/>
          </a:solidFill>
        </p:grpSpPr>
        <p:sp>
          <p:nvSpPr>
            <p:cNvPr id="29" name="Freeform 8"/>
            <p:cNvSpPr>
              <a:spLocks noEditPoints="1"/>
            </p:cNvSpPr>
            <p:nvPr/>
          </p:nvSpPr>
          <p:spPr bwMode="auto">
            <a:xfrm>
              <a:off x="5172076" y="1938338"/>
              <a:ext cx="471488" cy="293688"/>
            </a:xfrm>
            <a:custGeom>
              <a:avLst/>
              <a:gdLst>
                <a:gd name="T0" fmla="*/ 113 w 125"/>
                <a:gd name="T1" fmla="*/ 18 h 78"/>
                <a:gd name="T2" fmla="*/ 113 w 125"/>
                <a:gd name="T3" fmla="*/ 0 h 78"/>
                <a:gd name="T4" fmla="*/ 0 w 125"/>
                <a:gd name="T5" fmla="*/ 0 h 78"/>
                <a:gd name="T6" fmla="*/ 0 w 125"/>
                <a:gd name="T7" fmla="*/ 78 h 78"/>
                <a:gd name="T8" fmla="*/ 113 w 125"/>
                <a:gd name="T9" fmla="*/ 78 h 78"/>
                <a:gd name="T10" fmla="*/ 113 w 125"/>
                <a:gd name="T11" fmla="*/ 60 h 78"/>
                <a:gd name="T12" fmla="*/ 125 w 125"/>
                <a:gd name="T13" fmla="*/ 54 h 78"/>
                <a:gd name="T14" fmla="*/ 125 w 125"/>
                <a:gd name="T15" fmla="*/ 26 h 78"/>
                <a:gd name="T16" fmla="*/ 113 w 125"/>
                <a:gd name="T17" fmla="*/ 18 h 78"/>
                <a:gd name="T18" fmla="*/ 104 w 125"/>
                <a:gd name="T19" fmla="*/ 69 h 78"/>
                <a:gd name="T20" fmla="*/ 10 w 125"/>
                <a:gd name="T21" fmla="*/ 69 h 78"/>
                <a:gd name="T22" fmla="*/ 10 w 125"/>
                <a:gd name="T23" fmla="*/ 10 h 78"/>
                <a:gd name="T24" fmla="*/ 104 w 125"/>
                <a:gd name="T25" fmla="*/ 10 h 78"/>
                <a:gd name="T26" fmla="*/ 104 w 125"/>
                <a:gd name="T27" fmla="*/ 6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5" h="78">
                  <a:moveTo>
                    <a:pt x="113" y="18"/>
                  </a:moveTo>
                  <a:cubicBezTo>
                    <a:pt x="113" y="0"/>
                    <a:pt x="113" y="0"/>
                    <a:pt x="11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13" y="78"/>
                    <a:pt x="113" y="78"/>
                    <a:pt x="113" y="78"/>
                  </a:cubicBezTo>
                  <a:cubicBezTo>
                    <a:pt x="113" y="60"/>
                    <a:pt x="113" y="60"/>
                    <a:pt x="113" y="60"/>
                  </a:cubicBezTo>
                  <a:cubicBezTo>
                    <a:pt x="117" y="60"/>
                    <a:pt x="125" y="61"/>
                    <a:pt x="125" y="54"/>
                  </a:cubicBezTo>
                  <a:cubicBezTo>
                    <a:pt x="125" y="26"/>
                    <a:pt x="125" y="26"/>
                    <a:pt x="125" y="26"/>
                  </a:cubicBezTo>
                  <a:cubicBezTo>
                    <a:pt x="125" y="17"/>
                    <a:pt x="116" y="18"/>
                    <a:pt x="113" y="18"/>
                  </a:cubicBezTo>
                  <a:close/>
                  <a:moveTo>
                    <a:pt x="104" y="69"/>
                  </a:moveTo>
                  <a:cubicBezTo>
                    <a:pt x="10" y="69"/>
                    <a:pt x="10" y="69"/>
                    <a:pt x="10" y="69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4" y="10"/>
                    <a:pt x="104" y="10"/>
                    <a:pt x="104" y="10"/>
                  </a:cubicBezTo>
                  <a:lnTo>
                    <a:pt x="104" y="6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  <p:sp>
          <p:nvSpPr>
            <p:cNvPr id="30" name="Rectangle 9"/>
            <p:cNvSpPr>
              <a:spLocks noChangeArrowheads="1"/>
            </p:cNvSpPr>
            <p:nvPr/>
          </p:nvSpPr>
          <p:spPr bwMode="auto">
            <a:xfrm>
              <a:off x="5235576" y="2001838"/>
              <a:ext cx="90488" cy="1666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  <p:sp>
          <p:nvSpPr>
            <p:cNvPr id="31" name="Rectangle 10"/>
            <p:cNvSpPr>
              <a:spLocks noChangeArrowheads="1"/>
            </p:cNvSpPr>
            <p:nvPr/>
          </p:nvSpPr>
          <p:spPr bwMode="auto">
            <a:xfrm>
              <a:off x="5341938" y="2001838"/>
              <a:ext cx="85725" cy="1666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</p:grpSp>
      <p:sp>
        <p:nvSpPr>
          <p:cNvPr id="32" name="Text Box 10"/>
          <p:cNvSpPr txBox="1">
            <a:spLocks noChangeArrowheads="1"/>
          </p:cNvSpPr>
          <p:nvPr/>
        </p:nvSpPr>
        <p:spPr bwMode="auto">
          <a:xfrm>
            <a:off x="8608751" y="5051021"/>
            <a:ext cx="2123119" cy="12788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  <a:sym typeface="+mn-ea"/>
              </a:rPr>
              <a:t>Model Architecture Design:</a:t>
            </a:r>
            <a:endParaRPr lang="en-US" sz="2400" b="1" dirty="0">
              <a:solidFill>
                <a:schemeClr val="tx1"/>
              </a:solidFill>
              <a:latin typeface="Syne Bold" pitchFamily="34" charset="0"/>
              <a:ea typeface="Syne Bold" pitchFamily="34" charset="-122"/>
              <a:cs typeface="Syne Bold" pitchFamily="34" charset="-120"/>
              <a:sym typeface="+mn-ea"/>
            </a:endParaRPr>
          </a:p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  <a:sym typeface="+mn-ea"/>
              </a:rPr>
              <a:t>Build embedding laye</a:t>
            </a:r>
            <a:endParaRPr lang="en-US" altLang="en-US" sz="2000" b="1" dirty="0">
              <a:solidFill>
                <a:schemeClr val="tx1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53945" y="13970"/>
            <a:ext cx="1741170" cy="1317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72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10.</a:t>
            </a:r>
            <a:endParaRPr lang="en-US" altLang="zh-CN" sz="72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834955" y="127506"/>
            <a:ext cx="3126740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US" altLang="zh-CN" sz="5400" i="1" u="sng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RESULTS</a:t>
            </a:r>
            <a:endParaRPr lang="en-US" altLang="zh-CN" sz="5400" i="1" u="sng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57150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IBM Plex Sans" panose="020B0503050203000203" charset="0"/>
            </a:endParaRPr>
          </a:p>
        </p:txBody>
      </p:sp>
      <p:sp>
        <p:nvSpPr>
          <p:cNvPr id="7" name="矩形 7"/>
          <p:cNvSpPr>
            <a:spLocks noChangeArrowheads="1"/>
          </p:cNvSpPr>
          <p:nvPr/>
        </p:nvSpPr>
        <p:spPr bwMode="auto">
          <a:xfrm>
            <a:off x="835025" y="2168525"/>
            <a:ext cx="10147300" cy="33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endParaRPr lang="zh-CN" altLang="en-US" sz="1600" dirty="0">
              <a:solidFill>
                <a:srgbClr val="44546A"/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  <a:p>
            <a:pPr algn="just">
              <a:lnSpc>
                <a:spcPct val="150000"/>
              </a:lnSpc>
            </a:pPr>
            <a:r>
              <a:rPr lang="en-US" b="1">
                <a:latin typeface="Arial Black" panose="020B0A04020102020204" charset="0"/>
                <a:cs typeface="Arial Black" panose="020B0A04020102020204" charset="0"/>
                <a:sym typeface="+mn-ea"/>
              </a:rPr>
              <a:t>.</a:t>
            </a:r>
            <a:r>
              <a:rPr b="1">
                <a:latin typeface="Arial Black" panose="020B0A04020102020204" charset="0"/>
                <a:cs typeface="Arial Black" panose="020B0A04020102020204" charset="0"/>
                <a:sym typeface="+mn-ea"/>
              </a:rPr>
              <a:t>Transformers outperform N-gram and RNN models.</a:t>
            </a:r>
            <a:endParaRPr b="1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b="1">
                <a:latin typeface="Arial Black" panose="020B0A04020102020204" charset="0"/>
                <a:cs typeface="Arial Black" panose="020B0A04020102020204" charset="0"/>
                <a:sym typeface="+mn-ea"/>
              </a:rPr>
              <a:t>.</a:t>
            </a:r>
            <a:r>
              <a:rPr b="1">
                <a:latin typeface="Arial Black" panose="020B0A04020102020204" charset="0"/>
                <a:cs typeface="Arial Black" panose="020B0A04020102020204" charset="0"/>
                <a:sym typeface="+mn-ea"/>
              </a:rPr>
              <a:t>Lower perplexity indicates improved language understanding.</a:t>
            </a:r>
            <a:endParaRPr b="1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b="1">
                <a:latin typeface="Arial Black" panose="020B0A04020102020204" charset="0"/>
                <a:cs typeface="Arial Black" panose="020B0A04020102020204" charset="0"/>
                <a:sym typeface="+mn-ea"/>
              </a:rPr>
              <a:t>.</a:t>
            </a:r>
            <a:r>
              <a:rPr b="1">
                <a:latin typeface="Arial Black" panose="020B0A04020102020204" charset="0"/>
                <a:cs typeface="Arial Black" panose="020B0A04020102020204" charset="0"/>
                <a:sym typeface="+mn-ea"/>
              </a:rPr>
              <a:t>Hybrid fine-tuned models promising for real-time use.</a:t>
            </a:r>
            <a:endParaRPr b="1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Arial Black" panose="020B0A04020102020204" charset="0"/>
                <a:ea typeface="Arimo" panose="020B0604020202020204" pitchFamily="34" charset="-122"/>
                <a:cs typeface="Arial Black" panose="020B0A04020102020204" charset="0"/>
                <a:sym typeface="+mn-ea"/>
              </a:rPr>
              <a:t>.Split text into tokens and create n-gram sequences for training</a:t>
            </a:r>
            <a:endParaRPr lang="en-US" b="1" dirty="0">
              <a:solidFill>
                <a:schemeClr val="tx1"/>
              </a:solidFill>
              <a:latin typeface="Arial Black" panose="020B0A04020102020204" charset="0"/>
              <a:ea typeface="Arimo" panose="020B0604020202020204" pitchFamily="34" charset="-122"/>
              <a:cs typeface="Arial Black" panose="020B0A04020102020204" charset="0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Arial Black" panose="020B0A04020102020204" charset="0"/>
                <a:ea typeface="Arimo" panose="020B0604020202020204" pitchFamily="34" charset="-122"/>
                <a:cs typeface="Arial Black" panose="020B0A04020102020204" charset="0"/>
                <a:sym typeface="+mn-ea"/>
              </a:rPr>
              <a:t> .Implement early stopping and learning rate scheduling for optimal convergence.</a:t>
            </a:r>
            <a:endParaRPr sz="1600">
              <a:solidFill>
                <a:schemeClr val="tx1"/>
              </a:solidFill>
              <a:sym typeface="+mn-ea"/>
            </a:endParaRPr>
          </a:p>
          <a:p>
            <a:pPr algn="just">
              <a:lnSpc>
                <a:spcPct val="150000"/>
              </a:lnSpc>
            </a:pPr>
            <a:endParaRPr lang="zh-CN" altLang="en-US" sz="1600" dirty="0">
              <a:solidFill>
                <a:schemeClr val="tx1"/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  <a:sym typeface="+mn-ea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835238" y="3921183"/>
            <a:ext cx="8100989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endParaRPr lang="zh-CN" altLang="en-US" sz="1600" dirty="0">
              <a:solidFill>
                <a:srgbClr val="44546A"/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9" name="KSO_Shape"/>
          <p:cNvSpPr/>
          <p:nvPr/>
        </p:nvSpPr>
        <p:spPr bwMode="auto">
          <a:xfrm rot="2633721">
            <a:off x="9535416" y="4280656"/>
            <a:ext cx="1346200" cy="1800225"/>
          </a:xfrm>
          <a:custGeom>
            <a:avLst/>
            <a:gdLst>
              <a:gd name="T0" fmla="*/ 1281616 w 634"/>
              <a:gd name="T1" fmla="*/ 39819 h 633"/>
              <a:gd name="T2" fmla="*/ 1281616 w 634"/>
              <a:gd name="T3" fmla="*/ 39819 h 633"/>
              <a:gd name="T4" fmla="*/ 0 w 634"/>
              <a:gd name="T5" fmla="*/ 878867 h 633"/>
              <a:gd name="T6" fmla="*/ 405951 w 634"/>
              <a:gd name="T7" fmla="*/ 1214486 h 633"/>
              <a:gd name="T8" fmla="*/ 656748 w 634"/>
              <a:gd name="T9" fmla="*/ 1797553 h 633"/>
              <a:gd name="T10" fmla="*/ 1313497 w 634"/>
              <a:gd name="T11" fmla="*/ 82483 h 633"/>
              <a:gd name="T12" fmla="*/ 1281616 w 634"/>
              <a:gd name="T13" fmla="*/ 39819 h 633"/>
              <a:gd name="T14" fmla="*/ 157280 w 634"/>
              <a:gd name="T15" fmla="*/ 878867 h 633"/>
              <a:gd name="T16" fmla="*/ 157280 w 634"/>
              <a:gd name="T17" fmla="*/ 878867 h 633"/>
              <a:gd name="T18" fmla="*/ 1126461 w 634"/>
              <a:gd name="T19" fmla="*/ 250292 h 633"/>
              <a:gd name="T20" fmla="*/ 437832 w 634"/>
              <a:gd name="T21" fmla="*/ 1086496 h 633"/>
              <a:gd name="T22" fmla="*/ 157280 w 634"/>
              <a:gd name="T23" fmla="*/ 878867 h 633"/>
              <a:gd name="T24" fmla="*/ 656748 w 634"/>
              <a:gd name="T25" fmla="*/ 1589924 h 633"/>
              <a:gd name="T26" fmla="*/ 656748 w 634"/>
              <a:gd name="T27" fmla="*/ 1589924 h 633"/>
              <a:gd name="T28" fmla="*/ 501594 w 634"/>
              <a:gd name="T29" fmla="*/ 1129159 h 633"/>
              <a:gd name="T30" fmla="*/ 1158342 w 634"/>
              <a:gd name="T31" fmla="*/ 290111 h 633"/>
              <a:gd name="T32" fmla="*/ 656748 w 634"/>
              <a:gd name="T33" fmla="*/ 1589924 h 6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634" h="633">
                <a:moveTo>
                  <a:pt x="603" y="14"/>
                </a:moveTo>
                <a:lnTo>
                  <a:pt x="603" y="14"/>
                </a:lnTo>
                <a:cubicBezTo>
                  <a:pt x="574" y="14"/>
                  <a:pt x="0" y="309"/>
                  <a:pt x="0" y="309"/>
                </a:cubicBezTo>
                <a:lnTo>
                  <a:pt x="191" y="427"/>
                </a:lnTo>
                <a:lnTo>
                  <a:pt x="309" y="632"/>
                </a:lnTo>
                <a:cubicBezTo>
                  <a:pt x="309" y="632"/>
                  <a:pt x="618" y="44"/>
                  <a:pt x="618" y="29"/>
                </a:cubicBezTo>
                <a:cubicBezTo>
                  <a:pt x="633" y="14"/>
                  <a:pt x="618" y="0"/>
                  <a:pt x="603" y="14"/>
                </a:cubicBezTo>
                <a:close/>
                <a:moveTo>
                  <a:pt x="74" y="309"/>
                </a:moveTo>
                <a:lnTo>
                  <a:pt x="74" y="309"/>
                </a:lnTo>
                <a:cubicBezTo>
                  <a:pt x="530" y="88"/>
                  <a:pt x="530" y="88"/>
                  <a:pt x="530" y="88"/>
                </a:cubicBezTo>
                <a:cubicBezTo>
                  <a:pt x="206" y="382"/>
                  <a:pt x="206" y="382"/>
                  <a:pt x="206" y="382"/>
                </a:cubicBezTo>
                <a:lnTo>
                  <a:pt x="74" y="309"/>
                </a:lnTo>
                <a:close/>
                <a:moveTo>
                  <a:pt x="309" y="559"/>
                </a:moveTo>
                <a:lnTo>
                  <a:pt x="309" y="559"/>
                </a:lnTo>
                <a:cubicBezTo>
                  <a:pt x="309" y="559"/>
                  <a:pt x="250" y="441"/>
                  <a:pt x="236" y="397"/>
                </a:cubicBezTo>
                <a:cubicBezTo>
                  <a:pt x="545" y="102"/>
                  <a:pt x="545" y="102"/>
                  <a:pt x="545" y="102"/>
                </a:cubicBezTo>
                <a:lnTo>
                  <a:pt x="309" y="559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wrap="none" lIns="121908" tIns="60955" rIns="121908" bIns="60955"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9pPr>
          </a:lstStyle>
          <a:p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11" name="墨迹 10"/>
              <p14:cNvContentPartPr/>
              <p14:nvPr/>
            </p14:nvContentPartPr>
            <p14:xfrm>
              <a:off x="8322732" y="5177226"/>
              <a:ext cx="1112400" cy="53388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2"/>
            </p:blipFill>
            <p:spPr>
              <a:xfrm>
                <a:off x="8322732" y="5177226"/>
                <a:ext cx="1112400" cy="53388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895985" y="944245"/>
              <a:ext cx="1786890" cy="56070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895985" y="944245"/>
                <a:ext cx="1786890" cy="560705"/>
              </a:xfrm>
              <a:prstGeom prst="rect"/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1270211" y="-251"/>
            <a:ext cx="1450763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11</a:t>
            </a:r>
            <a:endParaRPr lang="en-US" altLang="zh-CN" sz="88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21165" y="204341"/>
            <a:ext cx="4466590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US" altLang="zh-CN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REFERENCES</a:t>
            </a:r>
            <a:endParaRPr lang="en-US" altLang="zh-CN" sz="5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28575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IBM Plex Sans" panose="020B0503050203000203" charset="0"/>
            </a:endParaRPr>
          </a:p>
        </p:txBody>
      </p:sp>
      <p:sp>
        <p:nvSpPr>
          <p:cNvPr id="14" name="空心弧 13"/>
          <p:cNvSpPr/>
          <p:nvPr/>
        </p:nvSpPr>
        <p:spPr>
          <a:xfrm>
            <a:off x="1517782" y="2683636"/>
            <a:ext cx="3185203" cy="3185202"/>
          </a:xfrm>
          <a:prstGeom prst="blockArc">
            <a:avLst>
              <a:gd name="adj1" fmla="val 10800000"/>
              <a:gd name="adj2" fmla="val 16200000"/>
              <a:gd name="adj3" fmla="val 4642"/>
            </a:avLst>
          </a:prstGeom>
          <a:solidFill>
            <a:srgbClr val="44546A"/>
          </a:solidFill>
          <a:ln>
            <a:solidFill>
              <a:srgbClr val="FFFFFF"/>
            </a:solidFill>
          </a:ln>
          <a:effectLst/>
        </p:spPr>
      </p:sp>
      <p:sp>
        <p:nvSpPr>
          <p:cNvPr id="15" name="空心弧 14"/>
          <p:cNvSpPr/>
          <p:nvPr/>
        </p:nvSpPr>
        <p:spPr>
          <a:xfrm>
            <a:off x="1517782" y="2683636"/>
            <a:ext cx="3185203" cy="3185202"/>
          </a:xfrm>
          <a:prstGeom prst="blockArc">
            <a:avLst>
              <a:gd name="adj1" fmla="val 5400000"/>
              <a:gd name="adj2" fmla="val 10800000"/>
              <a:gd name="adj3" fmla="val 4642"/>
            </a:avLst>
          </a:prstGeom>
          <a:solidFill>
            <a:srgbClr val="44546A"/>
          </a:solidFill>
          <a:ln>
            <a:solidFill>
              <a:srgbClr val="FFFFFF"/>
            </a:solidFill>
          </a:ln>
          <a:effectLst/>
        </p:spPr>
      </p:sp>
      <p:sp>
        <p:nvSpPr>
          <p:cNvPr id="16" name="空心弧 15"/>
          <p:cNvSpPr/>
          <p:nvPr/>
        </p:nvSpPr>
        <p:spPr>
          <a:xfrm>
            <a:off x="1517782" y="2683636"/>
            <a:ext cx="3185203" cy="3185202"/>
          </a:xfrm>
          <a:prstGeom prst="blockArc">
            <a:avLst>
              <a:gd name="adj1" fmla="val 0"/>
              <a:gd name="adj2" fmla="val 5400000"/>
              <a:gd name="adj3" fmla="val 4642"/>
            </a:avLst>
          </a:prstGeom>
          <a:solidFill>
            <a:srgbClr val="44546A"/>
          </a:solidFill>
          <a:ln>
            <a:solidFill>
              <a:srgbClr val="FFFFFF"/>
            </a:solidFill>
          </a:ln>
          <a:effectLst/>
        </p:spPr>
      </p:sp>
      <p:sp>
        <p:nvSpPr>
          <p:cNvPr id="17" name="空心弧 16"/>
          <p:cNvSpPr/>
          <p:nvPr/>
        </p:nvSpPr>
        <p:spPr>
          <a:xfrm>
            <a:off x="1517782" y="2683636"/>
            <a:ext cx="3185203" cy="3185202"/>
          </a:xfrm>
          <a:prstGeom prst="blockArc">
            <a:avLst>
              <a:gd name="adj1" fmla="val 16200000"/>
              <a:gd name="adj2" fmla="val 0"/>
              <a:gd name="adj3" fmla="val 4642"/>
            </a:avLst>
          </a:prstGeom>
          <a:solidFill>
            <a:srgbClr val="44546A"/>
          </a:solidFill>
          <a:ln>
            <a:solidFill>
              <a:srgbClr val="FFFFFF"/>
            </a:solidFill>
          </a:ln>
          <a:effectLst/>
        </p:spPr>
      </p:sp>
      <p:sp>
        <p:nvSpPr>
          <p:cNvPr id="8" name="任意多边形 7"/>
          <p:cNvSpPr/>
          <p:nvPr/>
        </p:nvSpPr>
        <p:spPr>
          <a:xfrm>
            <a:off x="2377039" y="3542893"/>
            <a:ext cx="1466692" cy="1466691"/>
          </a:xfrm>
          <a:custGeom>
            <a:avLst/>
            <a:gdLst>
              <a:gd name="connsiteX0" fmla="*/ 0 w 1439167"/>
              <a:gd name="connsiteY0" fmla="*/ 719584 h 1439167"/>
              <a:gd name="connsiteX1" fmla="*/ 719584 w 1439167"/>
              <a:gd name="connsiteY1" fmla="*/ 0 h 1439167"/>
              <a:gd name="connsiteX2" fmla="*/ 1439168 w 1439167"/>
              <a:gd name="connsiteY2" fmla="*/ 719584 h 1439167"/>
              <a:gd name="connsiteX3" fmla="*/ 719584 w 1439167"/>
              <a:gd name="connsiteY3" fmla="*/ 1439168 h 1439167"/>
              <a:gd name="connsiteX4" fmla="*/ 0 w 1439167"/>
              <a:gd name="connsiteY4" fmla="*/ 719584 h 1439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167" h="1439167">
                <a:moveTo>
                  <a:pt x="0" y="719584"/>
                </a:moveTo>
                <a:cubicBezTo>
                  <a:pt x="0" y="322169"/>
                  <a:pt x="322169" y="0"/>
                  <a:pt x="719584" y="0"/>
                </a:cubicBezTo>
                <a:cubicBezTo>
                  <a:pt x="1116999" y="0"/>
                  <a:pt x="1439168" y="322169"/>
                  <a:pt x="1439168" y="719584"/>
                </a:cubicBezTo>
                <a:cubicBezTo>
                  <a:pt x="1439168" y="1116999"/>
                  <a:pt x="1116999" y="1439168"/>
                  <a:pt x="719584" y="1439168"/>
                </a:cubicBezTo>
                <a:cubicBezTo>
                  <a:pt x="322169" y="1439168"/>
                  <a:pt x="0" y="1116999"/>
                  <a:pt x="0" y="719584"/>
                </a:cubicBezTo>
                <a:close/>
              </a:path>
            </a:pathLst>
          </a:cu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76200" cap="flat" cmpd="sng" algn="ctr">
            <a:solidFill>
              <a:srgbClr val="44546A"/>
            </a:solidFill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r>
              <a:rPr kumimoji="0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TOPIC</a:t>
            </a:r>
            <a:endParaRPr kumimoji="0" lang="en-US" sz="3200" b="1" i="0" u="none" strike="noStrike" kern="0" cap="none" spc="0" normalizeH="0" baseline="0" noProof="0" dirty="0" smtClean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43" name="任意多边形 42"/>
          <p:cNvSpPr/>
          <p:nvPr/>
        </p:nvSpPr>
        <p:spPr>
          <a:xfrm>
            <a:off x="2597042" y="5318536"/>
            <a:ext cx="1026684" cy="1026684"/>
          </a:xfrm>
          <a:custGeom>
            <a:avLst/>
            <a:gdLst>
              <a:gd name="connsiteX0" fmla="*/ 0 w 1007417"/>
              <a:gd name="connsiteY0" fmla="*/ 503709 h 1007417"/>
              <a:gd name="connsiteX1" fmla="*/ 503709 w 1007417"/>
              <a:gd name="connsiteY1" fmla="*/ 0 h 1007417"/>
              <a:gd name="connsiteX2" fmla="*/ 1007418 w 1007417"/>
              <a:gd name="connsiteY2" fmla="*/ 503709 h 1007417"/>
              <a:gd name="connsiteX3" fmla="*/ 503709 w 1007417"/>
              <a:gd name="connsiteY3" fmla="*/ 1007418 h 1007417"/>
              <a:gd name="connsiteX4" fmla="*/ 0 w 1007417"/>
              <a:gd name="connsiteY4" fmla="*/ 503709 h 1007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7417" h="1007417">
                <a:moveTo>
                  <a:pt x="0" y="503709"/>
                </a:moveTo>
                <a:cubicBezTo>
                  <a:pt x="0" y="225518"/>
                  <a:pt x="225518" y="0"/>
                  <a:pt x="503709" y="0"/>
                </a:cubicBezTo>
                <a:cubicBezTo>
                  <a:pt x="781900" y="0"/>
                  <a:pt x="1007418" y="225518"/>
                  <a:pt x="1007418" y="503709"/>
                </a:cubicBezTo>
                <a:cubicBezTo>
                  <a:pt x="1007418" y="781900"/>
                  <a:pt x="781900" y="1007418"/>
                  <a:pt x="503709" y="1007418"/>
                </a:cubicBezTo>
                <a:cubicBezTo>
                  <a:pt x="225518" y="1007418"/>
                  <a:pt x="0" y="781900"/>
                  <a:pt x="0" y="503709"/>
                </a:cubicBezTo>
                <a:close/>
              </a:path>
            </a:pathLst>
          </a:cu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76200" cap="flat" cmpd="sng" algn="ctr">
            <a:solidFill>
              <a:srgbClr val="44546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800" b="1" i="0" u="none" strike="noStrike" kern="0" cap="none" spc="0" normalizeH="0" baseline="0" noProof="0" smtClean="0">
              <a:ln>
                <a:noFill/>
              </a:ln>
              <a:solidFill>
                <a:srgbClr val="009EB0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45" name="Freeform 5"/>
          <p:cNvSpPr/>
          <p:nvPr/>
        </p:nvSpPr>
        <p:spPr bwMode="auto">
          <a:xfrm>
            <a:off x="2962565" y="5908061"/>
            <a:ext cx="234235" cy="13645"/>
          </a:xfrm>
          <a:custGeom>
            <a:avLst/>
            <a:gdLst>
              <a:gd name="T0" fmla="*/ 84 w 86"/>
              <a:gd name="T1" fmla="*/ 0 h 5"/>
              <a:gd name="T2" fmla="*/ 3 w 86"/>
              <a:gd name="T3" fmla="*/ 0 h 5"/>
              <a:gd name="T4" fmla="*/ 0 w 86"/>
              <a:gd name="T5" fmla="*/ 3 h 5"/>
              <a:gd name="T6" fmla="*/ 3 w 86"/>
              <a:gd name="T7" fmla="*/ 5 h 5"/>
              <a:gd name="T8" fmla="*/ 84 w 86"/>
              <a:gd name="T9" fmla="*/ 5 h 5"/>
              <a:gd name="T10" fmla="*/ 86 w 86"/>
              <a:gd name="T11" fmla="*/ 3 h 5"/>
              <a:gd name="T12" fmla="*/ 84 w 86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" h="5">
                <a:moveTo>
                  <a:pt x="84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3" y="5"/>
                </a:cubicBezTo>
                <a:cubicBezTo>
                  <a:pt x="84" y="5"/>
                  <a:pt x="84" y="5"/>
                  <a:pt x="84" y="5"/>
                </a:cubicBezTo>
                <a:cubicBezTo>
                  <a:pt x="85" y="5"/>
                  <a:pt x="86" y="4"/>
                  <a:pt x="86" y="3"/>
                </a:cubicBezTo>
                <a:cubicBezTo>
                  <a:pt x="86" y="1"/>
                  <a:pt x="85" y="0"/>
                  <a:pt x="84" y="0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4C54"/>
              </a:solidFill>
              <a:effectLst/>
              <a:uLnTx/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46" name="Freeform 6"/>
          <p:cNvSpPr/>
          <p:nvPr/>
        </p:nvSpPr>
        <p:spPr bwMode="auto">
          <a:xfrm>
            <a:off x="2962565" y="5834152"/>
            <a:ext cx="234235" cy="13645"/>
          </a:xfrm>
          <a:custGeom>
            <a:avLst/>
            <a:gdLst>
              <a:gd name="T0" fmla="*/ 84 w 86"/>
              <a:gd name="T1" fmla="*/ 0 h 5"/>
              <a:gd name="T2" fmla="*/ 3 w 86"/>
              <a:gd name="T3" fmla="*/ 0 h 5"/>
              <a:gd name="T4" fmla="*/ 0 w 86"/>
              <a:gd name="T5" fmla="*/ 2 h 5"/>
              <a:gd name="T6" fmla="*/ 3 w 86"/>
              <a:gd name="T7" fmla="*/ 5 h 5"/>
              <a:gd name="T8" fmla="*/ 84 w 86"/>
              <a:gd name="T9" fmla="*/ 5 h 5"/>
              <a:gd name="T10" fmla="*/ 86 w 86"/>
              <a:gd name="T11" fmla="*/ 2 h 5"/>
              <a:gd name="T12" fmla="*/ 84 w 86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" h="5">
                <a:moveTo>
                  <a:pt x="84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4"/>
                  <a:pt x="1" y="5"/>
                  <a:pt x="3" y="5"/>
                </a:cubicBezTo>
                <a:cubicBezTo>
                  <a:pt x="84" y="5"/>
                  <a:pt x="84" y="5"/>
                  <a:pt x="84" y="5"/>
                </a:cubicBezTo>
                <a:cubicBezTo>
                  <a:pt x="85" y="5"/>
                  <a:pt x="86" y="4"/>
                  <a:pt x="86" y="2"/>
                </a:cubicBezTo>
                <a:cubicBezTo>
                  <a:pt x="86" y="1"/>
                  <a:pt x="85" y="0"/>
                  <a:pt x="84" y="0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4C54"/>
              </a:solidFill>
              <a:effectLst/>
              <a:uLnTx/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47" name="Freeform 7"/>
          <p:cNvSpPr/>
          <p:nvPr/>
        </p:nvSpPr>
        <p:spPr bwMode="auto">
          <a:xfrm>
            <a:off x="2962565" y="5757968"/>
            <a:ext cx="234235" cy="15919"/>
          </a:xfrm>
          <a:custGeom>
            <a:avLst/>
            <a:gdLst>
              <a:gd name="T0" fmla="*/ 84 w 86"/>
              <a:gd name="T1" fmla="*/ 0 h 6"/>
              <a:gd name="T2" fmla="*/ 3 w 86"/>
              <a:gd name="T3" fmla="*/ 0 h 6"/>
              <a:gd name="T4" fmla="*/ 0 w 86"/>
              <a:gd name="T5" fmla="*/ 3 h 6"/>
              <a:gd name="T6" fmla="*/ 3 w 86"/>
              <a:gd name="T7" fmla="*/ 6 h 6"/>
              <a:gd name="T8" fmla="*/ 84 w 86"/>
              <a:gd name="T9" fmla="*/ 6 h 6"/>
              <a:gd name="T10" fmla="*/ 86 w 86"/>
              <a:gd name="T11" fmla="*/ 3 h 6"/>
              <a:gd name="T12" fmla="*/ 84 w 86"/>
              <a:gd name="T13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" h="6">
                <a:moveTo>
                  <a:pt x="84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2"/>
                  <a:pt x="0" y="3"/>
                </a:cubicBezTo>
                <a:cubicBezTo>
                  <a:pt x="0" y="5"/>
                  <a:pt x="1" y="6"/>
                  <a:pt x="3" y="6"/>
                </a:cubicBezTo>
                <a:cubicBezTo>
                  <a:pt x="84" y="6"/>
                  <a:pt x="84" y="6"/>
                  <a:pt x="84" y="6"/>
                </a:cubicBezTo>
                <a:cubicBezTo>
                  <a:pt x="85" y="6"/>
                  <a:pt x="86" y="5"/>
                  <a:pt x="86" y="3"/>
                </a:cubicBezTo>
                <a:cubicBezTo>
                  <a:pt x="86" y="2"/>
                  <a:pt x="85" y="0"/>
                  <a:pt x="84" y="0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4C54"/>
              </a:solidFill>
              <a:effectLst/>
              <a:uLnTx/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48" name="Freeform 8"/>
          <p:cNvSpPr>
            <a:spLocks noEditPoints="1"/>
          </p:cNvSpPr>
          <p:nvPr/>
        </p:nvSpPr>
        <p:spPr bwMode="auto">
          <a:xfrm>
            <a:off x="2872737" y="5564667"/>
            <a:ext cx="475293" cy="534421"/>
          </a:xfrm>
          <a:custGeom>
            <a:avLst/>
            <a:gdLst>
              <a:gd name="T0" fmla="*/ 174 w 174"/>
              <a:gd name="T1" fmla="*/ 25 h 196"/>
              <a:gd name="T2" fmla="*/ 149 w 174"/>
              <a:gd name="T3" fmla="*/ 0 h 196"/>
              <a:gd name="T4" fmla="*/ 25 w 174"/>
              <a:gd name="T5" fmla="*/ 0 h 196"/>
              <a:gd name="T6" fmla="*/ 25 w 174"/>
              <a:gd name="T7" fmla="*/ 0 h 196"/>
              <a:gd name="T8" fmla="*/ 25 w 174"/>
              <a:gd name="T9" fmla="*/ 0 h 196"/>
              <a:gd name="T10" fmla="*/ 0 w 174"/>
              <a:gd name="T11" fmla="*/ 25 h 196"/>
              <a:gd name="T12" fmla="*/ 0 w 174"/>
              <a:gd name="T13" fmla="*/ 169 h 196"/>
              <a:gd name="T14" fmla="*/ 2 w 174"/>
              <a:gd name="T15" fmla="*/ 174 h 196"/>
              <a:gd name="T16" fmla="*/ 22 w 174"/>
              <a:gd name="T17" fmla="*/ 193 h 196"/>
              <a:gd name="T18" fmla="*/ 31 w 174"/>
              <a:gd name="T19" fmla="*/ 193 h 196"/>
              <a:gd name="T20" fmla="*/ 52 w 174"/>
              <a:gd name="T21" fmla="*/ 173 h 196"/>
              <a:gd name="T22" fmla="*/ 73 w 174"/>
              <a:gd name="T23" fmla="*/ 194 h 196"/>
              <a:gd name="T24" fmla="*/ 82 w 174"/>
              <a:gd name="T25" fmla="*/ 194 h 196"/>
              <a:gd name="T26" fmla="*/ 104 w 174"/>
              <a:gd name="T27" fmla="*/ 173 h 196"/>
              <a:gd name="T28" fmla="*/ 125 w 174"/>
              <a:gd name="T29" fmla="*/ 194 h 196"/>
              <a:gd name="T30" fmla="*/ 130 w 174"/>
              <a:gd name="T31" fmla="*/ 196 h 196"/>
              <a:gd name="T32" fmla="*/ 134 w 174"/>
              <a:gd name="T33" fmla="*/ 194 h 196"/>
              <a:gd name="T34" fmla="*/ 153 w 174"/>
              <a:gd name="T35" fmla="*/ 175 h 196"/>
              <a:gd name="T36" fmla="*/ 155 w 174"/>
              <a:gd name="T37" fmla="*/ 170 h 196"/>
              <a:gd name="T38" fmla="*/ 155 w 174"/>
              <a:gd name="T39" fmla="*/ 49 h 196"/>
              <a:gd name="T40" fmla="*/ 174 w 174"/>
              <a:gd name="T41" fmla="*/ 25 h 196"/>
              <a:gd name="T42" fmla="*/ 130 w 174"/>
              <a:gd name="T43" fmla="*/ 180 h 196"/>
              <a:gd name="T44" fmla="*/ 108 w 174"/>
              <a:gd name="T45" fmla="*/ 159 h 196"/>
              <a:gd name="T46" fmla="*/ 99 w 174"/>
              <a:gd name="T47" fmla="*/ 159 h 196"/>
              <a:gd name="T48" fmla="*/ 78 w 174"/>
              <a:gd name="T49" fmla="*/ 180 h 196"/>
              <a:gd name="T50" fmla="*/ 57 w 174"/>
              <a:gd name="T51" fmla="*/ 159 h 196"/>
              <a:gd name="T52" fmla="*/ 47 w 174"/>
              <a:gd name="T53" fmla="*/ 159 h 196"/>
              <a:gd name="T54" fmla="*/ 27 w 174"/>
              <a:gd name="T55" fmla="*/ 179 h 196"/>
              <a:gd name="T56" fmla="*/ 13 w 174"/>
              <a:gd name="T57" fmla="*/ 166 h 196"/>
              <a:gd name="T58" fmla="*/ 13 w 174"/>
              <a:gd name="T59" fmla="*/ 25 h 196"/>
              <a:gd name="T60" fmla="*/ 25 w 174"/>
              <a:gd name="T61" fmla="*/ 14 h 196"/>
              <a:gd name="T62" fmla="*/ 25 w 174"/>
              <a:gd name="T63" fmla="*/ 14 h 196"/>
              <a:gd name="T64" fmla="*/ 25 w 174"/>
              <a:gd name="T65" fmla="*/ 14 h 196"/>
              <a:gd name="T66" fmla="*/ 25 w 174"/>
              <a:gd name="T67" fmla="*/ 14 h 196"/>
              <a:gd name="T68" fmla="*/ 37 w 174"/>
              <a:gd name="T69" fmla="*/ 25 h 196"/>
              <a:gd name="T70" fmla="*/ 25 w 174"/>
              <a:gd name="T71" fmla="*/ 36 h 196"/>
              <a:gd name="T72" fmla="*/ 18 w 174"/>
              <a:gd name="T73" fmla="*/ 43 h 196"/>
              <a:gd name="T74" fmla="*/ 25 w 174"/>
              <a:gd name="T75" fmla="*/ 50 h 196"/>
              <a:gd name="T76" fmla="*/ 142 w 174"/>
              <a:gd name="T77" fmla="*/ 50 h 196"/>
              <a:gd name="T78" fmla="*/ 142 w 174"/>
              <a:gd name="T79" fmla="*/ 168 h 196"/>
              <a:gd name="T80" fmla="*/ 130 w 174"/>
              <a:gd name="T81" fmla="*/ 180 h 196"/>
              <a:gd name="T82" fmla="*/ 149 w 174"/>
              <a:gd name="T83" fmla="*/ 36 h 196"/>
              <a:gd name="T84" fmla="*/ 47 w 174"/>
              <a:gd name="T85" fmla="*/ 36 h 196"/>
              <a:gd name="T86" fmla="*/ 50 w 174"/>
              <a:gd name="T87" fmla="*/ 25 h 196"/>
              <a:gd name="T88" fmla="*/ 47 w 174"/>
              <a:gd name="T89" fmla="*/ 14 h 196"/>
              <a:gd name="T90" fmla="*/ 149 w 174"/>
              <a:gd name="T91" fmla="*/ 14 h 196"/>
              <a:gd name="T92" fmla="*/ 161 w 174"/>
              <a:gd name="T93" fmla="*/ 25 h 196"/>
              <a:gd name="T94" fmla="*/ 149 w 174"/>
              <a:gd name="T95" fmla="*/ 3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74" h="196">
                <a:moveTo>
                  <a:pt x="174" y="25"/>
                </a:moveTo>
                <a:cubicBezTo>
                  <a:pt x="174" y="11"/>
                  <a:pt x="163" y="0"/>
                  <a:pt x="149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71"/>
                  <a:pt x="1" y="172"/>
                  <a:pt x="2" y="174"/>
                </a:cubicBezTo>
                <a:cubicBezTo>
                  <a:pt x="22" y="193"/>
                  <a:pt x="22" y="193"/>
                  <a:pt x="22" y="193"/>
                </a:cubicBezTo>
                <a:cubicBezTo>
                  <a:pt x="25" y="196"/>
                  <a:pt x="29" y="196"/>
                  <a:pt x="31" y="193"/>
                </a:cubicBezTo>
                <a:cubicBezTo>
                  <a:pt x="52" y="173"/>
                  <a:pt x="52" y="173"/>
                  <a:pt x="52" y="173"/>
                </a:cubicBezTo>
                <a:cubicBezTo>
                  <a:pt x="73" y="194"/>
                  <a:pt x="73" y="194"/>
                  <a:pt x="73" y="194"/>
                </a:cubicBezTo>
                <a:cubicBezTo>
                  <a:pt x="76" y="196"/>
                  <a:pt x="80" y="196"/>
                  <a:pt x="82" y="194"/>
                </a:cubicBezTo>
                <a:cubicBezTo>
                  <a:pt x="104" y="173"/>
                  <a:pt x="104" y="173"/>
                  <a:pt x="104" y="173"/>
                </a:cubicBezTo>
                <a:cubicBezTo>
                  <a:pt x="125" y="194"/>
                  <a:pt x="125" y="194"/>
                  <a:pt x="125" y="194"/>
                </a:cubicBezTo>
                <a:cubicBezTo>
                  <a:pt x="126" y="195"/>
                  <a:pt x="128" y="196"/>
                  <a:pt x="130" y="196"/>
                </a:cubicBezTo>
                <a:cubicBezTo>
                  <a:pt x="131" y="196"/>
                  <a:pt x="133" y="195"/>
                  <a:pt x="134" y="194"/>
                </a:cubicBezTo>
                <a:cubicBezTo>
                  <a:pt x="153" y="175"/>
                  <a:pt x="153" y="175"/>
                  <a:pt x="153" y="175"/>
                </a:cubicBezTo>
                <a:cubicBezTo>
                  <a:pt x="155" y="174"/>
                  <a:pt x="155" y="172"/>
                  <a:pt x="155" y="170"/>
                </a:cubicBezTo>
                <a:cubicBezTo>
                  <a:pt x="155" y="49"/>
                  <a:pt x="155" y="49"/>
                  <a:pt x="155" y="49"/>
                </a:cubicBezTo>
                <a:cubicBezTo>
                  <a:pt x="166" y="46"/>
                  <a:pt x="174" y="36"/>
                  <a:pt x="174" y="25"/>
                </a:cubicBezTo>
                <a:close/>
                <a:moveTo>
                  <a:pt x="130" y="180"/>
                </a:moveTo>
                <a:cubicBezTo>
                  <a:pt x="108" y="159"/>
                  <a:pt x="108" y="159"/>
                  <a:pt x="108" y="159"/>
                </a:cubicBezTo>
                <a:cubicBezTo>
                  <a:pt x="106" y="157"/>
                  <a:pt x="102" y="157"/>
                  <a:pt x="99" y="159"/>
                </a:cubicBezTo>
                <a:cubicBezTo>
                  <a:pt x="78" y="180"/>
                  <a:pt x="78" y="180"/>
                  <a:pt x="78" y="180"/>
                </a:cubicBezTo>
                <a:cubicBezTo>
                  <a:pt x="57" y="159"/>
                  <a:pt x="57" y="159"/>
                  <a:pt x="57" y="159"/>
                </a:cubicBezTo>
                <a:cubicBezTo>
                  <a:pt x="54" y="157"/>
                  <a:pt x="50" y="157"/>
                  <a:pt x="47" y="159"/>
                </a:cubicBezTo>
                <a:cubicBezTo>
                  <a:pt x="27" y="179"/>
                  <a:pt x="27" y="179"/>
                  <a:pt x="27" y="179"/>
                </a:cubicBezTo>
                <a:cubicBezTo>
                  <a:pt x="13" y="166"/>
                  <a:pt x="13" y="166"/>
                  <a:pt x="13" y="166"/>
                </a:cubicBezTo>
                <a:cubicBezTo>
                  <a:pt x="13" y="25"/>
                  <a:pt x="13" y="25"/>
                  <a:pt x="13" y="25"/>
                </a:cubicBezTo>
                <a:cubicBezTo>
                  <a:pt x="13" y="19"/>
                  <a:pt x="18" y="14"/>
                  <a:pt x="25" y="14"/>
                </a:cubicBezTo>
                <a:cubicBezTo>
                  <a:pt x="25" y="14"/>
                  <a:pt x="25" y="14"/>
                  <a:pt x="25" y="14"/>
                </a:cubicBezTo>
                <a:cubicBezTo>
                  <a:pt x="25" y="14"/>
                  <a:pt x="25" y="14"/>
                  <a:pt x="25" y="14"/>
                </a:cubicBezTo>
                <a:cubicBezTo>
                  <a:pt x="25" y="14"/>
                  <a:pt x="25" y="14"/>
                  <a:pt x="25" y="14"/>
                </a:cubicBezTo>
                <a:cubicBezTo>
                  <a:pt x="32" y="14"/>
                  <a:pt x="37" y="19"/>
                  <a:pt x="37" y="25"/>
                </a:cubicBezTo>
                <a:cubicBezTo>
                  <a:pt x="37" y="31"/>
                  <a:pt x="32" y="36"/>
                  <a:pt x="25" y="36"/>
                </a:cubicBezTo>
                <a:cubicBezTo>
                  <a:pt x="21" y="36"/>
                  <a:pt x="18" y="39"/>
                  <a:pt x="18" y="43"/>
                </a:cubicBezTo>
                <a:cubicBezTo>
                  <a:pt x="18" y="47"/>
                  <a:pt x="21" y="50"/>
                  <a:pt x="25" y="50"/>
                </a:cubicBezTo>
                <a:cubicBezTo>
                  <a:pt x="142" y="50"/>
                  <a:pt x="142" y="50"/>
                  <a:pt x="142" y="50"/>
                </a:cubicBezTo>
                <a:cubicBezTo>
                  <a:pt x="142" y="168"/>
                  <a:pt x="142" y="168"/>
                  <a:pt x="142" y="168"/>
                </a:cubicBezTo>
                <a:lnTo>
                  <a:pt x="130" y="180"/>
                </a:lnTo>
                <a:close/>
                <a:moveTo>
                  <a:pt x="149" y="36"/>
                </a:moveTo>
                <a:cubicBezTo>
                  <a:pt x="47" y="36"/>
                  <a:pt x="47" y="36"/>
                  <a:pt x="47" y="36"/>
                </a:cubicBezTo>
                <a:cubicBezTo>
                  <a:pt x="49" y="33"/>
                  <a:pt x="50" y="29"/>
                  <a:pt x="50" y="25"/>
                </a:cubicBezTo>
                <a:cubicBezTo>
                  <a:pt x="50" y="21"/>
                  <a:pt x="49" y="17"/>
                  <a:pt x="47" y="14"/>
                </a:cubicBezTo>
                <a:cubicBezTo>
                  <a:pt x="149" y="14"/>
                  <a:pt x="149" y="14"/>
                  <a:pt x="149" y="14"/>
                </a:cubicBezTo>
                <a:cubicBezTo>
                  <a:pt x="155" y="14"/>
                  <a:pt x="161" y="19"/>
                  <a:pt x="161" y="25"/>
                </a:cubicBezTo>
                <a:cubicBezTo>
                  <a:pt x="161" y="31"/>
                  <a:pt x="155" y="36"/>
                  <a:pt x="149" y="36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4C54"/>
              </a:solidFill>
              <a:effectLst/>
              <a:uLnTx/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36" name="任意多边形 35"/>
          <p:cNvSpPr/>
          <p:nvPr/>
        </p:nvSpPr>
        <p:spPr>
          <a:xfrm>
            <a:off x="1041400" y="3762896"/>
            <a:ext cx="1026684" cy="1026684"/>
          </a:xfrm>
          <a:custGeom>
            <a:avLst/>
            <a:gdLst>
              <a:gd name="connsiteX0" fmla="*/ 0 w 1007417"/>
              <a:gd name="connsiteY0" fmla="*/ 503709 h 1007417"/>
              <a:gd name="connsiteX1" fmla="*/ 503709 w 1007417"/>
              <a:gd name="connsiteY1" fmla="*/ 0 h 1007417"/>
              <a:gd name="connsiteX2" fmla="*/ 1007418 w 1007417"/>
              <a:gd name="connsiteY2" fmla="*/ 503709 h 1007417"/>
              <a:gd name="connsiteX3" fmla="*/ 503709 w 1007417"/>
              <a:gd name="connsiteY3" fmla="*/ 1007418 h 1007417"/>
              <a:gd name="connsiteX4" fmla="*/ 0 w 1007417"/>
              <a:gd name="connsiteY4" fmla="*/ 503709 h 1007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7417" h="1007417">
                <a:moveTo>
                  <a:pt x="0" y="503709"/>
                </a:moveTo>
                <a:cubicBezTo>
                  <a:pt x="0" y="225518"/>
                  <a:pt x="225518" y="0"/>
                  <a:pt x="503709" y="0"/>
                </a:cubicBezTo>
                <a:cubicBezTo>
                  <a:pt x="781900" y="0"/>
                  <a:pt x="1007418" y="225518"/>
                  <a:pt x="1007418" y="503709"/>
                </a:cubicBezTo>
                <a:cubicBezTo>
                  <a:pt x="1007418" y="781900"/>
                  <a:pt x="781900" y="1007418"/>
                  <a:pt x="503709" y="1007418"/>
                </a:cubicBezTo>
                <a:cubicBezTo>
                  <a:pt x="225518" y="1007418"/>
                  <a:pt x="0" y="781900"/>
                  <a:pt x="0" y="503709"/>
                </a:cubicBezTo>
                <a:close/>
              </a:path>
            </a:pathLst>
          </a:cu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76200" cap="flat" cmpd="sng" algn="ctr">
            <a:solidFill>
              <a:srgbClr val="44546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800" b="1" i="0" u="none" strike="noStrike" kern="0" cap="none" spc="0" normalizeH="0" baseline="0" noProof="0" smtClean="0">
              <a:ln>
                <a:noFill/>
              </a:ln>
              <a:solidFill>
                <a:srgbClr val="009EB0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38" name="Freeform 12"/>
          <p:cNvSpPr/>
          <p:nvPr/>
        </p:nvSpPr>
        <p:spPr bwMode="auto">
          <a:xfrm>
            <a:off x="1433075" y="4356666"/>
            <a:ext cx="235373" cy="13645"/>
          </a:xfrm>
          <a:custGeom>
            <a:avLst/>
            <a:gdLst>
              <a:gd name="T0" fmla="*/ 83 w 86"/>
              <a:gd name="T1" fmla="*/ 0 h 5"/>
              <a:gd name="T2" fmla="*/ 2 w 86"/>
              <a:gd name="T3" fmla="*/ 0 h 5"/>
              <a:gd name="T4" fmla="*/ 0 w 86"/>
              <a:gd name="T5" fmla="*/ 3 h 5"/>
              <a:gd name="T6" fmla="*/ 2 w 86"/>
              <a:gd name="T7" fmla="*/ 5 h 5"/>
              <a:gd name="T8" fmla="*/ 83 w 86"/>
              <a:gd name="T9" fmla="*/ 5 h 5"/>
              <a:gd name="T10" fmla="*/ 86 w 86"/>
              <a:gd name="T11" fmla="*/ 3 h 5"/>
              <a:gd name="T12" fmla="*/ 83 w 86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" h="5">
                <a:moveTo>
                  <a:pt x="83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2" y="5"/>
                </a:cubicBezTo>
                <a:cubicBezTo>
                  <a:pt x="83" y="5"/>
                  <a:pt x="83" y="5"/>
                  <a:pt x="83" y="5"/>
                </a:cubicBezTo>
                <a:cubicBezTo>
                  <a:pt x="85" y="5"/>
                  <a:pt x="86" y="4"/>
                  <a:pt x="86" y="3"/>
                </a:cubicBezTo>
                <a:cubicBezTo>
                  <a:pt x="86" y="1"/>
                  <a:pt x="85" y="0"/>
                  <a:pt x="83" y="0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4C54"/>
              </a:solidFill>
              <a:effectLst/>
              <a:uLnTx/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39" name="Freeform 13"/>
          <p:cNvSpPr/>
          <p:nvPr/>
        </p:nvSpPr>
        <p:spPr bwMode="auto">
          <a:xfrm>
            <a:off x="1433075" y="4296401"/>
            <a:ext cx="235373" cy="13645"/>
          </a:xfrm>
          <a:custGeom>
            <a:avLst/>
            <a:gdLst>
              <a:gd name="T0" fmla="*/ 83 w 86"/>
              <a:gd name="T1" fmla="*/ 0 h 5"/>
              <a:gd name="T2" fmla="*/ 2 w 86"/>
              <a:gd name="T3" fmla="*/ 0 h 5"/>
              <a:gd name="T4" fmla="*/ 0 w 86"/>
              <a:gd name="T5" fmla="*/ 3 h 5"/>
              <a:gd name="T6" fmla="*/ 2 w 86"/>
              <a:gd name="T7" fmla="*/ 5 h 5"/>
              <a:gd name="T8" fmla="*/ 83 w 86"/>
              <a:gd name="T9" fmla="*/ 5 h 5"/>
              <a:gd name="T10" fmla="*/ 86 w 86"/>
              <a:gd name="T11" fmla="*/ 3 h 5"/>
              <a:gd name="T12" fmla="*/ 83 w 86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" h="5">
                <a:moveTo>
                  <a:pt x="83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2" y="5"/>
                </a:cubicBezTo>
                <a:cubicBezTo>
                  <a:pt x="83" y="5"/>
                  <a:pt x="83" y="5"/>
                  <a:pt x="83" y="5"/>
                </a:cubicBezTo>
                <a:cubicBezTo>
                  <a:pt x="85" y="5"/>
                  <a:pt x="86" y="4"/>
                  <a:pt x="86" y="3"/>
                </a:cubicBezTo>
                <a:cubicBezTo>
                  <a:pt x="86" y="1"/>
                  <a:pt x="85" y="0"/>
                  <a:pt x="83" y="0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4C54"/>
              </a:solidFill>
              <a:effectLst/>
              <a:uLnTx/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40" name="Freeform 14"/>
          <p:cNvSpPr/>
          <p:nvPr/>
        </p:nvSpPr>
        <p:spPr bwMode="auto">
          <a:xfrm>
            <a:off x="1433075" y="4236137"/>
            <a:ext cx="235373" cy="13645"/>
          </a:xfrm>
          <a:custGeom>
            <a:avLst/>
            <a:gdLst>
              <a:gd name="T0" fmla="*/ 83 w 86"/>
              <a:gd name="T1" fmla="*/ 0 h 5"/>
              <a:gd name="T2" fmla="*/ 2 w 86"/>
              <a:gd name="T3" fmla="*/ 0 h 5"/>
              <a:gd name="T4" fmla="*/ 0 w 86"/>
              <a:gd name="T5" fmla="*/ 3 h 5"/>
              <a:gd name="T6" fmla="*/ 2 w 86"/>
              <a:gd name="T7" fmla="*/ 5 h 5"/>
              <a:gd name="T8" fmla="*/ 83 w 86"/>
              <a:gd name="T9" fmla="*/ 5 h 5"/>
              <a:gd name="T10" fmla="*/ 86 w 86"/>
              <a:gd name="T11" fmla="*/ 3 h 5"/>
              <a:gd name="T12" fmla="*/ 83 w 86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" h="5">
                <a:moveTo>
                  <a:pt x="83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2" y="5"/>
                </a:cubicBezTo>
                <a:cubicBezTo>
                  <a:pt x="83" y="5"/>
                  <a:pt x="83" y="5"/>
                  <a:pt x="83" y="5"/>
                </a:cubicBezTo>
                <a:cubicBezTo>
                  <a:pt x="85" y="5"/>
                  <a:pt x="86" y="4"/>
                  <a:pt x="86" y="3"/>
                </a:cubicBezTo>
                <a:cubicBezTo>
                  <a:pt x="86" y="1"/>
                  <a:pt x="85" y="0"/>
                  <a:pt x="83" y="0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4C54"/>
              </a:solidFill>
              <a:effectLst/>
              <a:uLnTx/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41" name="Freeform 15"/>
          <p:cNvSpPr/>
          <p:nvPr/>
        </p:nvSpPr>
        <p:spPr bwMode="auto">
          <a:xfrm>
            <a:off x="1433075" y="4179284"/>
            <a:ext cx="114844" cy="13645"/>
          </a:xfrm>
          <a:custGeom>
            <a:avLst/>
            <a:gdLst>
              <a:gd name="T0" fmla="*/ 2 w 42"/>
              <a:gd name="T1" fmla="*/ 5 h 5"/>
              <a:gd name="T2" fmla="*/ 39 w 42"/>
              <a:gd name="T3" fmla="*/ 5 h 5"/>
              <a:gd name="T4" fmla="*/ 42 w 42"/>
              <a:gd name="T5" fmla="*/ 2 h 5"/>
              <a:gd name="T6" fmla="*/ 39 w 42"/>
              <a:gd name="T7" fmla="*/ 0 h 5"/>
              <a:gd name="T8" fmla="*/ 2 w 42"/>
              <a:gd name="T9" fmla="*/ 0 h 5"/>
              <a:gd name="T10" fmla="*/ 0 w 42"/>
              <a:gd name="T11" fmla="*/ 2 h 5"/>
              <a:gd name="T12" fmla="*/ 2 w 42"/>
              <a:gd name="T13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2" h="5">
                <a:moveTo>
                  <a:pt x="2" y="5"/>
                </a:moveTo>
                <a:cubicBezTo>
                  <a:pt x="39" y="5"/>
                  <a:pt x="39" y="5"/>
                  <a:pt x="39" y="5"/>
                </a:cubicBezTo>
                <a:cubicBezTo>
                  <a:pt x="41" y="5"/>
                  <a:pt x="42" y="4"/>
                  <a:pt x="42" y="2"/>
                </a:cubicBezTo>
                <a:cubicBezTo>
                  <a:pt x="42" y="1"/>
                  <a:pt x="41" y="0"/>
                  <a:pt x="39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4"/>
                  <a:pt x="1" y="5"/>
                  <a:pt x="2" y="5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4C54"/>
              </a:solidFill>
              <a:effectLst/>
              <a:uLnTx/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42" name="Freeform 16"/>
          <p:cNvSpPr>
            <a:spLocks noEditPoints="1"/>
          </p:cNvSpPr>
          <p:nvPr/>
        </p:nvSpPr>
        <p:spPr bwMode="auto">
          <a:xfrm>
            <a:off x="1342110" y="4013272"/>
            <a:ext cx="425263" cy="534421"/>
          </a:xfrm>
          <a:custGeom>
            <a:avLst/>
            <a:gdLst>
              <a:gd name="T0" fmla="*/ 153 w 155"/>
              <a:gd name="T1" fmla="*/ 31 h 196"/>
              <a:gd name="T2" fmla="*/ 125 w 155"/>
              <a:gd name="T3" fmla="*/ 2 h 196"/>
              <a:gd name="T4" fmla="*/ 120 w 155"/>
              <a:gd name="T5" fmla="*/ 0 h 196"/>
              <a:gd name="T6" fmla="*/ 6 w 155"/>
              <a:gd name="T7" fmla="*/ 0 h 196"/>
              <a:gd name="T8" fmla="*/ 0 w 155"/>
              <a:gd name="T9" fmla="*/ 7 h 196"/>
              <a:gd name="T10" fmla="*/ 0 w 155"/>
              <a:gd name="T11" fmla="*/ 169 h 196"/>
              <a:gd name="T12" fmla="*/ 2 w 155"/>
              <a:gd name="T13" fmla="*/ 174 h 196"/>
              <a:gd name="T14" fmla="*/ 22 w 155"/>
              <a:gd name="T15" fmla="*/ 193 h 196"/>
              <a:gd name="T16" fmla="*/ 31 w 155"/>
              <a:gd name="T17" fmla="*/ 193 h 196"/>
              <a:gd name="T18" fmla="*/ 52 w 155"/>
              <a:gd name="T19" fmla="*/ 173 h 196"/>
              <a:gd name="T20" fmla="*/ 73 w 155"/>
              <a:gd name="T21" fmla="*/ 194 h 196"/>
              <a:gd name="T22" fmla="*/ 82 w 155"/>
              <a:gd name="T23" fmla="*/ 194 h 196"/>
              <a:gd name="T24" fmla="*/ 103 w 155"/>
              <a:gd name="T25" fmla="*/ 173 h 196"/>
              <a:gd name="T26" fmla="*/ 125 w 155"/>
              <a:gd name="T27" fmla="*/ 194 h 196"/>
              <a:gd name="T28" fmla="*/ 129 w 155"/>
              <a:gd name="T29" fmla="*/ 196 h 196"/>
              <a:gd name="T30" fmla="*/ 134 w 155"/>
              <a:gd name="T31" fmla="*/ 194 h 196"/>
              <a:gd name="T32" fmla="*/ 153 w 155"/>
              <a:gd name="T33" fmla="*/ 175 h 196"/>
              <a:gd name="T34" fmla="*/ 155 w 155"/>
              <a:gd name="T35" fmla="*/ 170 h 196"/>
              <a:gd name="T36" fmla="*/ 155 w 155"/>
              <a:gd name="T37" fmla="*/ 35 h 196"/>
              <a:gd name="T38" fmla="*/ 153 w 155"/>
              <a:gd name="T39" fmla="*/ 31 h 196"/>
              <a:gd name="T40" fmla="*/ 129 w 155"/>
              <a:gd name="T41" fmla="*/ 180 h 196"/>
              <a:gd name="T42" fmla="*/ 108 w 155"/>
              <a:gd name="T43" fmla="*/ 159 h 196"/>
              <a:gd name="T44" fmla="*/ 99 w 155"/>
              <a:gd name="T45" fmla="*/ 159 h 196"/>
              <a:gd name="T46" fmla="*/ 77 w 155"/>
              <a:gd name="T47" fmla="*/ 180 h 196"/>
              <a:gd name="T48" fmla="*/ 56 w 155"/>
              <a:gd name="T49" fmla="*/ 159 h 196"/>
              <a:gd name="T50" fmla="*/ 52 w 155"/>
              <a:gd name="T51" fmla="*/ 157 h 196"/>
              <a:gd name="T52" fmla="*/ 47 w 155"/>
              <a:gd name="T53" fmla="*/ 159 h 196"/>
              <a:gd name="T54" fmla="*/ 26 w 155"/>
              <a:gd name="T55" fmla="*/ 179 h 196"/>
              <a:gd name="T56" fmla="*/ 13 w 155"/>
              <a:gd name="T57" fmla="*/ 166 h 196"/>
              <a:gd name="T58" fmla="*/ 13 w 155"/>
              <a:gd name="T59" fmla="*/ 14 h 196"/>
              <a:gd name="T60" fmla="*/ 116 w 155"/>
              <a:gd name="T61" fmla="*/ 14 h 196"/>
              <a:gd name="T62" fmla="*/ 116 w 155"/>
              <a:gd name="T63" fmla="*/ 35 h 196"/>
              <a:gd name="T64" fmla="*/ 120 w 155"/>
              <a:gd name="T65" fmla="*/ 39 h 196"/>
              <a:gd name="T66" fmla="*/ 142 w 155"/>
              <a:gd name="T67" fmla="*/ 39 h 196"/>
              <a:gd name="T68" fmla="*/ 142 w 155"/>
              <a:gd name="T69" fmla="*/ 168 h 196"/>
              <a:gd name="T70" fmla="*/ 129 w 155"/>
              <a:gd name="T71" fmla="*/ 180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55" h="196">
                <a:moveTo>
                  <a:pt x="153" y="31"/>
                </a:moveTo>
                <a:cubicBezTo>
                  <a:pt x="125" y="2"/>
                  <a:pt x="125" y="2"/>
                  <a:pt x="125" y="2"/>
                </a:cubicBezTo>
                <a:cubicBezTo>
                  <a:pt x="123" y="1"/>
                  <a:pt x="122" y="0"/>
                  <a:pt x="120" y="0"/>
                </a:cubicBez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7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71"/>
                  <a:pt x="0" y="172"/>
                  <a:pt x="2" y="174"/>
                </a:cubicBezTo>
                <a:cubicBezTo>
                  <a:pt x="22" y="193"/>
                  <a:pt x="22" y="193"/>
                  <a:pt x="22" y="193"/>
                </a:cubicBezTo>
                <a:cubicBezTo>
                  <a:pt x="24" y="196"/>
                  <a:pt x="28" y="196"/>
                  <a:pt x="31" y="193"/>
                </a:cubicBezTo>
                <a:cubicBezTo>
                  <a:pt x="52" y="173"/>
                  <a:pt x="52" y="173"/>
                  <a:pt x="52" y="173"/>
                </a:cubicBezTo>
                <a:cubicBezTo>
                  <a:pt x="73" y="194"/>
                  <a:pt x="73" y="194"/>
                  <a:pt x="73" y="194"/>
                </a:cubicBezTo>
                <a:cubicBezTo>
                  <a:pt x="75" y="196"/>
                  <a:pt x="80" y="196"/>
                  <a:pt x="82" y="194"/>
                </a:cubicBezTo>
                <a:cubicBezTo>
                  <a:pt x="103" y="173"/>
                  <a:pt x="103" y="173"/>
                  <a:pt x="103" y="173"/>
                </a:cubicBezTo>
                <a:cubicBezTo>
                  <a:pt x="125" y="194"/>
                  <a:pt x="125" y="194"/>
                  <a:pt x="125" y="194"/>
                </a:cubicBezTo>
                <a:cubicBezTo>
                  <a:pt x="126" y="195"/>
                  <a:pt x="128" y="196"/>
                  <a:pt x="129" y="196"/>
                </a:cubicBezTo>
                <a:cubicBezTo>
                  <a:pt x="131" y="196"/>
                  <a:pt x="133" y="195"/>
                  <a:pt x="134" y="194"/>
                </a:cubicBezTo>
                <a:cubicBezTo>
                  <a:pt x="153" y="175"/>
                  <a:pt x="153" y="175"/>
                  <a:pt x="153" y="175"/>
                </a:cubicBezTo>
                <a:cubicBezTo>
                  <a:pt x="154" y="174"/>
                  <a:pt x="155" y="172"/>
                  <a:pt x="155" y="170"/>
                </a:cubicBezTo>
                <a:cubicBezTo>
                  <a:pt x="155" y="35"/>
                  <a:pt x="155" y="35"/>
                  <a:pt x="155" y="35"/>
                </a:cubicBezTo>
                <a:cubicBezTo>
                  <a:pt x="155" y="34"/>
                  <a:pt x="155" y="32"/>
                  <a:pt x="153" y="31"/>
                </a:cubicBezTo>
                <a:close/>
                <a:moveTo>
                  <a:pt x="129" y="180"/>
                </a:moveTo>
                <a:cubicBezTo>
                  <a:pt x="108" y="159"/>
                  <a:pt x="108" y="159"/>
                  <a:pt x="108" y="159"/>
                </a:cubicBezTo>
                <a:cubicBezTo>
                  <a:pt x="105" y="157"/>
                  <a:pt x="101" y="157"/>
                  <a:pt x="99" y="159"/>
                </a:cubicBezTo>
                <a:cubicBezTo>
                  <a:pt x="77" y="180"/>
                  <a:pt x="77" y="180"/>
                  <a:pt x="77" y="180"/>
                </a:cubicBezTo>
                <a:cubicBezTo>
                  <a:pt x="56" y="159"/>
                  <a:pt x="56" y="159"/>
                  <a:pt x="56" y="159"/>
                </a:cubicBezTo>
                <a:cubicBezTo>
                  <a:pt x="55" y="158"/>
                  <a:pt x="53" y="157"/>
                  <a:pt x="52" y="157"/>
                </a:cubicBezTo>
                <a:cubicBezTo>
                  <a:pt x="50" y="157"/>
                  <a:pt x="48" y="158"/>
                  <a:pt x="47" y="159"/>
                </a:cubicBezTo>
                <a:cubicBezTo>
                  <a:pt x="26" y="179"/>
                  <a:pt x="26" y="179"/>
                  <a:pt x="26" y="179"/>
                </a:cubicBezTo>
                <a:cubicBezTo>
                  <a:pt x="13" y="166"/>
                  <a:pt x="13" y="166"/>
                  <a:pt x="13" y="166"/>
                </a:cubicBezTo>
                <a:cubicBezTo>
                  <a:pt x="13" y="14"/>
                  <a:pt x="13" y="14"/>
                  <a:pt x="13" y="14"/>
                </a:cubicBezTo>
                <a:cubicBezTo>
                  <a:pt x="116" y="14"/>
                  <a:pt x="116" y="14"/>
                  <a:pt x="116" y="14"/>
                </a:cubicBezTo>
                <a:cubicBezTo>
                  <a:pt x="116" y="35"/>
                  <a:pt x="116" y="35"/>
                  <a:pt x="116" y="35"/>
                </a:cubicBezTo>
                <a:cubicBezTo>
                  <a:pt x="116" y="38"/>
                  <a:pt x="118" y="39"/>
                  <a:pt x="120" y="39"/>
                </a:cubicBezTo>
                <a:cubicBezTo>
                  <a:pt x="142" y="39"/>
                  <a:pt x="142" y="39"/>
                  <a:pt x="142" y="39"/>
                </a:cubicBezTo>
                <a:cubicBezTo>
                  <a:pt x="142" y="168"/>
                  <a:pt x="142" y="168"/>
                  <a:pt x="142" y="168"/>
                </a:cubicBezTo>
                <a:lnTo>
                  <a:pt x="129" y="180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4C54"/>
              </a:solidFill>
              <a:effectLst/>
              <a:uLnTx/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2597042" y="2207254"/>
            <a:ext cx="1026684" cy="1026684"/>
          </a:xfrm>
          <a:custGeom>
            <a:avLst/>
            <a:gdLst>
              <a:gd name="connsiteX0" fmla="*/ 0 w 1007417"/>
              <a:gd name="connsiteY0" fmla="*/ 503709 h 1007417"/>
              <a:gd name="connsiteX1" fmla="*/ 503709 w 1007417"/>
              <a:gd name="connsiteY1" fmla="*/ 0 h 1007417"/>
              <a:gd name="connsiteX2" fmla="*/ 1007418 w 1007417"/>
              <a:gd name="connsiteY2" fmla="*/ 503709 h 1007417"/>
              <a:gd name="connsiteX3" fmla="*/ 503709 w 1007417"/>
              <a:gd name="connsiteY3" fmla="*/ 1007418 h 1007417"/>
              <a:gd name="connsiteX4" fmla="*/ 0 w 1007417"/>
              <a:gd name="connsiteY4" fmla="*/ 503709 h 1007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7417" h="1007417">
                <a:moveTo>
                  <a:pt x="0" y="503709"/>
                </a:moveTo>
                <a:cubicBezTo>
                  <a:pt x="0" y="225518"/>
                  <a:pt x="225518" y="0"/>
                  <a:pt x="503709" y="0"/>
                </a:cubicBezTo>
                <a:cubicBezTo>
                  <a:pt x="781900" y="0"/>
                  <a:pt x="1007418" y="225518"/>
                  <a:pt x="1007418" y="503709"/>
                </a:cubicBezTo>
                <a:cubicBezTo>
                  <a:pt x="1007418" y="781900"/>
                  <a:pt x="781900" y="1007418"/>
                  <a:pt x="503709" y="1007418"/>
                </a:cubicBezTo>
                <a:cubicBezTo>
                  <a:pt x="225518" y="1007418"/>
                  <a:pt x="0" y="781900"/>
                  <a:pt x="0" y="503709"/>
                </a:cubicBezTo>
                <a:close/>
              </a:path>
            </a:pathLst>
          </a:cu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76200" cap="flat" cmpd="sng" algn="ctr">
            <a:solidFill>
              <a:srgbClr val="44546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800" b="1" i="0" u="none" strike="noStrike" kern="0" cap="none" spc="0" normalizeH="0" baseline="0" noProof="0" smtClean="0">
              <a:ln>
                <a:noFill/>
              </a:ln>
              <a:solidFill>
                <a:srgbClr val="009EB0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30" name="Freeform 20"/>
          <p:cNvSpPr/>
          <p:nvPr/>
        </p:nvSpPr>
        <p:spPr bwMode="auto">
          <a:xfrm>
            <a:off x="2918031" y="2827683"/>
            <a:ext cx="239920" cy="15919"/>
          </a:xfrm>
          <a:custGeom>
            <a:avLst/>
            <a:gdLst>
              <a:gd name="T0" fmla="*/ 86 w 88"/>
              <a:gd name="T1" fmla="*/ 0 h 6"/>
              <a:gd name="T2" fmla="*/ 3 w 88"/>
              <a:gd name="T3" fmla="*/ 0 h 6"/>
              <a:gd name="T4" fmla="*/ 0 w 88"/>
              <a:gd name="T5" fmla="*/ 3 h 6"/>
              <a:gd name="T6" fmla="*/ 3 w 88"/>
              <a:gd name="T7" fmla="*/ 6 h 6"/>
              <a:gd name="T8" fmla="*/ 86 w 88"/>
              <a:gd name="T9" fmla="*/ 6 h 6"/>
              <a:gd name="T10" fmla="*/ 88 w 88"/>
              <a:gd name="T11" fmla="*/ 3 h 6"/>
              <a:gd name="T12" fmla="*/ 86 w 88"/>
              <a:gd name="T13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8" h="6">
                <a:moveTo>
                  <a:pt x="86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2"/>
                  <a:pt x="0" y="3"/>
                </a:cubicBezTo>
                <a:cubicBezTo>
                  <a:pt x="0" y="5"/>
                  <a:pt x="1" y="6"/>
                  <a:pt x="3" y="6"/>
                </a:cubicBezTo>
                <a:cubicBezTo>
                  <a:pt x="86" y="6"/>
                  <a:pt x="86" y="6"/>
                  <a:pt x="86" y="6"/>
                </a:cubicBezTo>
                <a:cubicBezTo>
                  <a:pt x="87" y="6"/>
                  <a:pt x="88" y="5"/>
                  <a:pt x="88" y="3"/>
                </a:cubicBezTo>
                <a:cubicBezTo>
                  <a:pt x="88" y="2"/>
                  <a:pt x="87" y="0"/>
                  <a:pt x="86" y="0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4C54"/>
              </a:solidFill>
              <a:effectLst/>
              <a:uLnTx/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31" name="Freeform 21"/>
          <p:cNvSpPr/>
          <p:nvPr/>
        </p:nvSpPr>
        <p:spPr bwMode="auto">
          <a:xfrm>
            <a:off x="2918031" y="2767419"/>
            <a:ext cx="239920" cy="13645"/>
          </a:xfrm>
          <a:custGeom>
            <a:avLst/>
            <a:gdLst>
              <a:gd name="T0" fmla="*/ 86 w 88"/>
              <a:gd name="T1" fmla="*/ 0 h 5"/>
              <a:gd name="T2" fmla="*/ 3 w 88"/>
              <a:gd name="T3" fmla="*/ 0 h 5"/>
              <a:gd name="T4" fmla="*/ 0 w 88"/>
              <a:gd name="T5" fmla="*/ 3 h 5"/>
              <a:gd name="T6" fmla="*/ 3 w 88"/>
              <a:gd name="T7" fmla="*/ 5 h 5"/>
              <a:gd name="T8" fmla="*/ 86 w 88"/>
              <a:gd name="T9" fmla="*/ 5 h 5"/>
              <a:gd name="T10" fmla="*/ 88 w 88"/>
              <a:gd name="T11" fmla="*/ 3 h 5"/>
              <a:gd name="T12" fmla="*/ 86 w 88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8" h="5">
                <a:moveTo>
                  <a:pt x="86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3" y="5"/>
                </a:cubicBezTo>
                <a:cubicBezTo>
                  <a:pt x="86" y="5"/>
                  <a:pt x="86" y="5"/>
                  <a:pt x="86" y="5"/>
                </a:cubicBezTo>
                <a:cubicBezTo>
                  <a:pt x="87" y="5"/>
                  <a:pt x="88" y="4"/>
                  <a:pt x="88" y="3"/>
                </a:cubicBezTo>
                <a:cubicBezTo>
                  <a:pt x="88" y="1"/>
                  <a:pt x="87" y="0"/>
                  <a:pt x="86" y="0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4C54"/>
              </a:solidFill>
              <a:effectLst/>
              <a:uLnTx/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32" name="Freeform 22"/>
          <p:cNvSpPr/>
          <p:nvPr/>
        </p:nvSpPr>
        <p:spPr bwMode="auto">
          <a:xfrm>
            <a:off x="2918031" y="2704880"/>
            <a:ext cx="239920" cy="15919"/>
          </a:xfrm>
          <a:custGeom>
            <a:avLst/>
            <a:gdLst>
              <a:gd name="T0" fmla="*/ 86 w 88"/>
              <a:gd name="T1" fmla="*/ 0 h 6"/>
              <a:gd name="T2" fmla="*/ 3 w 88"/>
              <a:gd name="T3" fmla="*/ 0 h 6"/>
              <a:gd name="T4" fmla="*/ 0 w 88"/>
              <a:gd name="T5" fmla="*/ 3 h 6"/>
              <a:gd name="T6" fmla="*/ 3 w 88"/>
              <a:gd name="T7" fmla="*/ 6 h 6"/>
              <a:gd name="T8" fmla="*/ 86 w 88"/>
              <a:gd name="T9" fmla="*/ 6 h 6"/>
              <a:gd name="T10" fmla="*/ 88 w 88"/>
              <a:gd name="T11" fmla="*/ 3 h 6"/>
              <a:gd name="T12" fmla="*/ 86 w 88"/>
              <a:gd name="T13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8" h="6">
                <a:moveTo>
                  <a:pt x="86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6"/>
                  <a:pt x="3" y="6"/>
                </a:cubicBezTo>
                <a:cubicBezTo>
                  <a:pt x="86" y="6"/>
                  <a:pt x="86" y="6"/>
                  <a:pt x="86" y="6"/>
                </a:cubicBezTo>
                <a:cubicBezTo>
                  <a:pt x="87" y="6"/>
                  <a:pt x="88" y="4"/>
                  <a:pt x="88" y="3"/>
                </a:cubicBezTo>
                <a:cubicBezTo>
                  <a:pt x="88" y="1"/>
                  <a:pt x="87" y="0"/>
                  <a:pt x="86" y="0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4C54"/>
              </a:solidFill>
              <a:effectLst/>
              <a:uLnTx/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33" name="Freeform 23"/>
          <p:cNvSpPr/>
          <p:nvPr/>
        </p:nvSpPr>
        <p:spPr bwMode="auto">
          <a:xfrm>
            <a:off x="2918031" y="2644616"/>
            <a:ext cx="117117" cy="15919"/>
          </a:xfrm>
          <a:custGeom>
            <a:avLst/>
            <a:gdLst>
              <a:gd name="T0" fmla="*/ 3 w 43"/>
              <a:gd name="T1" fmla="*/ 6 h 6"/>
              <a:gd name="T2" fmla="*/ 41 w 43"/>
              <a:gd name="T3" fmla="*/ 6 h 6"/>
              <a:gd name="T4" fmla="*/ 43 w 43"/>
              <a:gd name="T5" fmla="*/ 3 h 6"/>
              <a:gd name="T6" fmla="*/ 41 w 43"/>
              <a:gd name="T7" fmla="*/ 0 h 6"/>
              <a:gd name="T8" fmla="*/ 3 w 43"/>
              <a:gd name="T9" fmla="*/ 0 h 6"/>
              <a:gd name="T10" fmla="*/ 0 w 43"/>
              <a:gd name="T11" fmla="*/ 3 h 6"/>
              <a:gd name="T12" fmla="*/ 3 w 43"/>
              <a:gd name="T13" fmla="*/ 6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3" h="6">
                <a:moveTo>
                  <a:pt x="3" y="6"/>
                </a:moveTo>
                <a:cubicBezTo>
                  <a:pt x="41" y="6"/>
                  <a:pt x="41" y="6"/>
                  <a:pt x="41" y="6"/>
                </a:cubicBezTo>
                <a:cubicBezTo>
                  <a:pt x="42" y="6"/>
                  <a:pt x="43" y="4"/>
                  <a:pt x="43" y="3"/>
                </a:cubicBezTo>
                <a:cubicBezTo>
                  <a:pt x="43" y="1"/>
                  <a:pt x="42" y="0"/>
                  <a:pt x="41" y="0"/>
                </a:cubicBez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6"/>
                  <a:pt x="3" y="6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4C54"/>
              </a:solidFill>
              <a:effectLst/>
              <a:uLnTx/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34" name="Freeform 24"/>
          <p:cNvSpPr>
            <a:spLocks noEditPoints="1"/>
          </p:cNvSpPr>
          <p:nvPr/>
        </p:nvSpPr>
        <p:spPr bwMode="auto">
          <a:xfrm>
            <a:off x="2841848" y="2434259"/>
            <a:ext cx="392287" cy="534420"/>
          </a:xfrm>
          <a:custGeom>
            <a:avLst/>
            <a:gdLst>
              <a:gd name="T0" fmla="*/ 116 w 144"/>
              <a:gd name="T1" fmla="*/ 2 h 196"/>
              <a:gd name="T2" fmla="*/ 111 w 144"/>
              <a:gd name="T3" fmla="*/ 0 h 196"/>
              <a:gd name="T4" fmla="*/ 7 w 144"/>
              <a:gd name="T5" fmla="*/ 0 h 196"/>
              <a:gd name="T6" fmla="*/ 0 w 144"/>
              <a:gd name="T7" fmla="*/ 7 h 196"/>
              <a:gd name="T8" fmla="*/ 0 w 144"/>
              <a:gd name="T9" fmla="*/ 189 h 196"/>
              <a:gd name="T10" fmla="*/ 7 w 144"/>
              <a:gd name="T11" fmla="*/ 196 h 196"/>
              <a:gd name="T12" fmla="*/ 138 w 144"/>
              <a:gd name="T13" fmla="*/ 196 h 196"/>
              <a:gd name="T14" fmla="*/ 144 w 144"/>
              <a:gd name="T15" fmla="*/ 189 h 196"/>
              <a:gd name="T16" fmla="*/ 144 w 144"/>
              <a:gd name="T17" fmla="*/ 33 h 196"/>
              <a:gd name="T18" fmla="*/ 142 w 144"/>
              <a:gd name="T19" fmla="*/ 28 h 196"/>
              <a:gd name="T20" fmla="*/ 116 w 144"/>
              <a:gd name="T21" fmla="*/ 2 h 196"/>
              <a:gd name="T22" fmla="*/ 13 w 144"/>
              <a:gd name="T23" fmla="*/ 182 h 196"/>
              <a:gd name="T24" fmla="*/ 13 w 144"/>
              <a:gd name="T25" fmla="*/ 13 h 196"/>
              <a:gd name="T26" fmla="*/ 104 w 144"/>
              <a:gd name="T27" fmla="*/ 13 h 196"/>
              <a:gd name="T28" fmla="*/ 104 w 144"/>
              <a:gd name="T29" fmla="*/ 36 h 196"/>
              <a:gd name="T30" fmla="*/ 108 w 144"/>
              <a:gd name="T31" fmla="*/ 40 h 196"/>
              <a:gd name="T32" fmla="*/ 131 w 144"/>
              <a:gd name="T33" fmla="*/ 40 h 196"/>
              <a:gd name="T34" fmla="*/ 131 w 144"/>
              <a:gd name="T35" fmla="*/ 182 h 196"/>
              <a:gd name="T36" fmla="*/ 13 w 144"/>
              <a:gd name="T37" fmla="*/ 182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4" h="196">
                <a:moveTo>
                  <a:pt x="116" y="2"/>
                </a:moveTo>
                <a:cubicBezTo>
                  <a:pt x="115" y="1"/>
                  <a:pt x="113" y="0"/>
                  <a:pt x="111" y="0"/>
                </a:cubicBez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3"/>
                  <a:pt x="0" y="7"/>
                </a:cubicBezTo>
                <a:cubicBezTo>
                  <a:pt x="0" y="189"/>
                  <a:pt x="0" y="189"/>
                  <a:pt x="0" y="189"/>
                </a:cubicBezTo>
                <a:cubicBezTo>
                  <a:pt x="0" y="193"/>
                  <a:pt x="3" y="196"/>
                  <a:pt x="7" y="196"/>
                </a:cubicBezTo>
                <a:cubicBezTo>
                  <a:pt x="138" y="196"/>
                  <a:pt x="138" y="196"/>
                  <a:pt x="138" y="196"/>
                </a:cubicBezTo>
                <a:cubicBezTo>
                  <a:pt x="141" y="196"/>
                  <a:pt x="144" y="193"/>
                  <a:pt x="144" y="189"/>
                </a:cubicBezTo>
                <a:cubicBezTo>
                  <a:pt x="144" y="33"/>
                  <a:pt x="144" y="33"/>
                  <a:pt x="144" y="33"/>
                </a:cubicBezTo>
                <a:cubicBezTo>
                  <a:pt x="144" y="31"/>
                  <a:pt x="144" y="29"/>
                  <a:pt x="142" y="28"/>
                </a:cubicBezTo>
                <a:lnTo>
                  <a:pt x="116" y="2"/>
                </a:lnTo>
                <a:close/>
                <a:moveTo>
                  <a:pt x="13" y="182"/>
                </a:moveTo>
                <a:cubicBezTo>
                  <a:pt x="13" y="13"/>
                  <a:pt x="13" y="13"/>
                  <a:pt x="13" y="13"/>
                </a:cubicBezTo>
                <a:cubicBezTo>
                  <a:pt x="104" y="13"/>
                  <a:pt x="104" y="13"/>
                  <a:pt x="104" y="13"/>
                </a:cubicBezTo>
                <a:cubicBezTo>
                  <a:pt x="104" y="36"/>
                  <a:pt x="104" y="36"/>
                  <a:pt x="104" y="36"/>
                </a:cubicBezTo>
                <a:cubicBezTo>
                  <a:pt x="104" y="38"/>
                  <a:pt x="106" y="40"/>
                  <a:pt x="108" y="40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31" y="182"/>
                  <a:pt x="131" y="182"/>
                  <a:pt x="131" y="182"/>
                </a:cubicBezTo>
                <a:lnTo>
                  <a:pt x="13" y="182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4C54"/>
              </a:solidFill>
              <a:effectLst/>
              <a:uLnTx/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35" name="Freeform 25"/>
          <p:cNvSpPr>
            <a:spLocks noEditPoints="1"/>
          </p:cNvSpPr>
          <p:nvPr/>
        </p:nvSpPr>
        <p:spPr bwMode="auto">
          <a:xfrm>
            <a:off x="3277343" y="2459274"/>
            <a:ext cx="106884" cy="504856"/>
          </a:xfrm>
          <a:custGeom>
            <a:avLst/>
            <a:gdLst>
              <a:gd name="T0" fmla="*/ 35 w 39"/>
              <a:gd name="T1" fmla="*/ 0 h 185"/>
              <a:gd name="T2" fmla="*/ 4 w 39"/>
              <a:gd name="T3" fmla="*/ 0 h 185"/>
              <a:gd name="T4" fmla="*/ 0 w 39"/>
              <a:gd name="T5" fmla="*/ 4 h 185"/>
              <a:gd name="T6" fmla="*/ 0 w 39"/>
              <a:gd name="T7" fmla="*/ 144 h 185"/>
              <a:gd name="T8" fmla="*/ 0 w 39"/>
              <a:gd name="T9" fmla="*/ 146 h 185"/>
              <a:gd name="T10" fmla="*/ 16 w 39"/>
              <a:gd name="T11" fmla="*/ 182 h 185"/>
              <a:gd name="T12" fmla="*/ 20 w 39"/>
              <a:gd name="T13" fmla="*/ 185 h 185"/>
              <a:gd name="T14" fmla="*/ 23 w 39"/>
              <a:gd name="T15" fmla="*/ 182 h 185"/>
              <a:gd name="T16" fmla="*/ 39 w 39"/>
              <a:gd name="T17" fmla="*/ 146 h 185"/>
              <a:gd name="T18" fmla="*/ 39 w 39"/>
              <a:gd name="T19" fmla="*/ 144 h 185"/>
              <a:gd name="T20" fmla="*/ 39 w 39"/>
              <a:gd name="T21" fmla="*/ 4 h 185"/>
              <a:gd name="T22" fmla="*/ 35 w 39"/>
              <a:gd name="T23" fmla="*/ 0 h 185"/>
              <a:gd name="T24" fmla="*/ 31 w 39"/>
              <a:gd name="T25" fmla="*/ 143 h 185"/>
              <a:gd name="T26" fmla="*/ 25 w 39"/>
              <a:gd name="T27" fmla="*/ 157 h 185"/>
              <a:gd name="T28" fmla="*/ 14 w 39"/>
              <a:gd name="T29" fmla="*/ 157 h 185"/>
              <a:gd name="T30" fmla="*/ 8 w 39"/>
              <a:gd name="T31" fmla="*/ 143 h 185"/>
              <a:gd name="T32" fmla="*/ 8 w 39"/>
              <a:gd name="T33" fmla="*/ 8 h 185"/>
              <a:gd name="T34" fmla="*/ 18 w 39"/>
              <a:gd name="T35" fmla="*/ 8 h 185"/>
              <a:gd name="T36" fmla="*/ 18 w 39"/>
              <a:gd name="T37" fmla="*/ 8 h 185"/>
              <a:gd name="T38" fmla="*/ 18 w 39"/>
              <a:gd name="T39" fmla="*/ 137 h 185"/>
              <a:gd name="T40" fmla="*/ 21 w 39"/>
              <a:gd name="T41" fmla="*/ 139 h 185"/>
              <a:gd name="T42" fmla="*/ 24 w 39"/>
              <a:gd name="T43" fmla="*/ 137 h 185"/>
              <a:gd name="T44" fmla="*/ 24 w 39"/>
              <a:gd name="T45" fmla="*/ 8 h 185"/>
              <a:gd name="T46" fmla="*/ 24 w 39"/>
              <a:gd name="T47" fmla="*/ 8 h 185"/>
              <a:gd name="T48" fmla="*/ 31 w 39"/>
              <a:gd name="T49" fmla="*/ 8 h 185"/>
              <a:gd name="T50" fmla="*/ 31 w 39"/>
              <a:gd name="T51" fmla="*/ 143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39" h="185">
                <a:moveTo>
                  <a:pt x="35" y="0"/>
                </a:moveTo>
                <a:cubicBezTo>
                  <a:pt x="4" y="0"/>
                  <a:pt x="4" y="0"/>
                  <a:pt x="4" y="0"/>
                </a:cubicBezTo>
                <a:cubicBezTo>
                  <a:pt x="2" y="0"/>
                  <a:pt x="0" y="1"/>
                  <a:pt x="0" y="4"/>
                </a:cubicBezTo>
                <a:cubicBezTo>
                  <a:pt x="0" y="144"/>
                  <a:pt x="0" y="144"/>
                  <a:pt x="0" y="144"/>
                </a:cubicBezTo>
                <a:cubicBezTo>
                  <a:pt x="0" y="145"/>
                  <a:pt x="0" y="145"/>
                  <a:pt x="0" y="146"/>
                </a:cubicBezTo>
                <a:cubicBezTo>
                  <a:pt x="16" y="182"/>
                  <a:pt x="16" y="182"/>
                  <a:pt x="16" y="182"/>
                </a:cubicBezTo>
                <a:cubicBezTo>
                  <a:pt x="17" y="184"/>
                  <a:pt x="18" y="185"/>
                  <a:pt x="20" y="185"/>
                </a:cubicBezTo>
                <a:cubicBezTo>
                  <a:pt x="21" y="185"/>
                  <a:pt x="23" y="184"/>
                  <a:pt x="23" y="182"/>
                </a:cubicBezTo>
                <a:cubicBezTo>
                  <a:pt x="39" y="146"/>
                  <a:pt x="39" y="146"/>
                  <a:pt x="39" y="146"/>
                </a:cubicBezTo>
                <a:cubicBezTo>
                  <a:pt x="39" y="145"/>
                  <a:pt x="39" y="145"/>
                  <a:pt x="39" y="144"/>
                </a:cubicBezTo>
                <a:cubicBezTo>
                  <a:pt x="39" y="4"/>
                  <a:pt x="39" y="4"/>
                  <a:pt x="39" y="4"/>
                </a:cubicBezTo>
                <a:cubicBezTo>
                  <a:pt x="39" y="1"/>
                  <a:pt x="37" y="0"/>
                  <a:pt x="35" y="0"/>
                </a:cubicBezTo>
                <a:close/>
                <a:moveTo>
                  <a:pt x="31" y="143"/>
                </a:moveTo>
                <a:cubicBezTo>
                  <a:pt x="25" y="157"/>
                  <a:pt x="25" y="157"/>
                  <a:pt x="25" y="157"/>
                </a:cubicBezTo>
                <a:cubicBezTo>
                  <a:pt x="14" y="157"/>
                  <a:pt x="14" y="157"/>
                  <a:pt x="14" y="157"/>
                </a:cubicBezTo>
                <a:cubicBezTo>
                  <a:pt x="8" y="143"/>
                  <a:pt x="8" y="143"/>
                  <a:pt x="8" y="143"/>
                </a:cubicBezTo>
                <a:cubicBezTo>
                  <a:pt x="8" y="8"/>
                  <a:pt x="8" y="8"/>
                  <a:pt x="8" y="8"/>
                </a:cubicBezTo>
                <a:cubicBezTo>
                  <a:pt x="18" y="8"/>
                  <a:pt x="18" y="8"/>
                  <a:pt x="18" y="8"/>
                </a:cubicBezTo>
                <a:cubicBezTo>
                  <a:pt x="18" y="8"/>
                  <a:pt x="18" y="8"/>
                  <a:pt x="18" y="8"/>
                </a:cubicBezTo>
                <a:cubicBezTo>
                  <a:pt x="18" y="137"/>
                  <a:pt x="18" y="137"/>
                  <a:pt x="18" y="137"/>
                </a:cubicBezTo>
                <a:cubicBezTo>
                  <a:pt x="18" y="138"/>
                  <a:pt x="19" y="139"/>
                  <a:pt x="21" y="139"/>
                </a:cubicBezTo>
                <a:cubicBezTo>
                  <a:pt x="22" y="139"/>
                  <a:pt x="24" y="138"/>
                  <a:pt x="24" y="137"/>
                </a:cubicBezTo>
                <a:cubicBezTo>
                  <a:pt x="24" y="8"/>
                  <a:pt x="24" y="8"/>
                  <a:pt x="24" y="8"/>
                </a:cubicBezTo>
                <a:cubicBezTo>
                  <a:pt x="24" y="8"/>
                  <a:pt x="24" y="8"/>
                  <a:pt x="24" y="8"/>
                </a:cubicBezTo>
                <a:cubicBezTo>
                  <a:pt x="31" y="8"/>
                  <a:pt x="31" y="8"/>
                  <a:pt x="31" y="8"/>
                </a:cubicBezTo>
                <a:lnTo>
                  <a:pt x="31" y="143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4C54"/>
              </a:solidFill>
              <a:effectLst/>
              <a:uLnTx/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4152683" y="3762896"/>
            <a:ext cx="1026684" cy="1026684"/>
          </a:xfrm>
          <a:custGeom>
            <a:avLst/>
            <a:gdLst>
              <a:gd name="connsiteX0" fmla="*/ 0 w 1007417"/>
              <a:gd name="connsiteY0" fmla="*/ 503709 h 1007417"/>
              <a:gd name="connsiteX1" fmla="*/ 503709 w 1007417"/>
              <a:gd name="connsiteY1" fmla="*/ 0 h 1007417"/>
              <a:gd name="connsiteX2" fmla="*/ 1007418 w 1007417"/>
              <a:gd name="connsiteY2" fmla="*/ 503709 h 1007417"/>
              <a:gd name="connsiteX3" fmla="*/ 503709 w 1007417"/>
              <a:gd name="connsiteY3" fmla="*/ 1007418 h 1007417"/>
              <a:gd name="connsiteX4" fmla="*/ 0 w 1007417"/>
              <a:gd name="connsiteY4" fmla="*/ 503709 h 1007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7417" h="1007417">
                <a:moveTo>
                  <a:pt x="0" y="503709"/>
                </a:moveTo>
                <a:cubicBezTo>
                  <a:pt x="0" y="225518"/>
                  <a:pt x="225518" y="0"/>
                  <a:pt x="503709" y="0"/>
                </a:cubicBezTo>
                <a:cubicBezTo>
                  <a:pt x="781900" y="0"/>
                  <a:pt x="1007418" y="225518"/>
                  <a:pt x="1007418" y="503709"/>
                </a:cubicBezTo>
                <a:cubicBezTo>
                  <a:pt x="1007418" y="781900"/>
                  <a:pt x="781900" y="1007418"/>
                  <a:pt x="503709" y="1007418"/>
                </a:cubicBezTo>
                <a:cubicBezTo>
                  <a:pt x="225518" y="1007418"/>
                  <a:pt x="0" y="781900"/>
                  <a:pt x="0" y="503709"/>
                </a:cubicBezTo>
                <a:close/>
              </a:path>
            </a:pathLst>
          </a:cu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76200" cap="flat" cmpd="sng" algn="ctr">
            <a:solidFill>
              <a:srgbClr val="44546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800" b="1" i="0" u="none" strike="noStrike" kern="0" cap="none" spc="0" normalizeH="0" baseline="0" noProof="0" smtClean="0">
              <a:ln>
                <a:noFill/>
              </a:ln>
              <a:solidFill>
                <a:srgbClr val="009EB0"/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24" name="Freeform 29"/>
          <p:cNvSpPr/>
          <p:nvPr/>
        </p:nvSpPr>
        <p:spPr bwMode="auto">
          <a:xfrm>
            <a:off x="4609171" y="4149454"/>
            <a:ext cx="96651" cy="122803"/>
          </a:xfrm>
          <a:custGeom>
            <a:avLst/>
            <a:gdLst>
              <a:gd name="T0" fmla="*/ 0 w 35"/>
              <a:gd name="T1" fmla="*/ 26 h 45"/>
              <a:gd name="T2" fmla="*/ 3 w 35"/>
              <a:gd name="T3" fmla="*/ 29 h 45"/>
              <a:gd name="T4" fmla="*/ 3 w 35"/>
              <a:gd name="T5" fmla="*/ 29 h 45"/>
              <a:gd name="T6" fmla="*/ 17 w 35"/>
              <a:gd name="T7" fmla="*/ 45 h 45"/>
              <a:gd name="T8" fmla="*/ 32 w 35"/>
              <a:gd name="T9" fmla="*/ 29 h 45"/>
              <a:gd name="T10" fmla="*/ 32 w 35"/>
              <a:gd name="T11" fmla="*/ 29 h 45"/>
              <a:gd name="T12" fmla="*/ 35 w 35"/>
              <a:gd name="T13" fmla="*/ 26 h 45"/>
              <a:gd name="T14" fmla="*/ 33 w 35"/>
              <a:gd name="T15" fmla="*/ 23 h 45"/>
              <a:gd name="T16" fmla="*/ 34 w 35"/>
              <a:gd name="T17" fmla="*/ 17 h 45"/>
              <a:gd name="T18" fmla="*/ 17 w 35"/>
              <a:gd name="T19" fmla="*/ 0 h 45"/>
              <a:gd name="T20" fmla="*/ 1 w 35"/>
              <a:gd name="T21" fmla="*/ 17 h 45"/>
              <a:gd name="T22" fmla="*/ 2 w 35"/>
              <a:gd name="T23" fmla="*/ 23 h 45"/>
              <a:gd name="T24" fmla="*/ 0 w 35"/>
              <a:gd name="T25" fmla="*/ 26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5" h="45">
                <a:moveTo>
                  <a:pt x="0" y="26"/>
                </a:moveTo>
                <a:cubicBezTo>
                  <a:pt x="0" y="28"/>
                  <a:pt x="1" y="29"/>
                  <a:pt x="3" y="29"/>
                </a:cubicBezTo>
                <a:cubicBezTo>
                  <a:pt x="3" y="29"/>
                  <a:pt x="3" y="29"/>
                  <a:pt x="3" y="29"/>
                </a:cubicBezTo>
                <a:cubicBezTo>
                  <a:pt x="3" y="37"/>
                  <a:pt x="10" y="45"/>
                  <a:pt x="17" y="45"/>
                </a:cubicBezTo>
                <a:cubicBezTo>
                  <a:pt x="25" y="45"/>
                  <a:pt x="31" y="37"/>
                  <a:pt x="32" y="29"/>
                </a:cubicBezTo>
                <a:cubicBezTo>
                  <a:pt x="32" y="29"/>
                  <a:pt x="32" y="29"/>
                  <a:pt x="32" y="29"/>
                </a:cubicBezTo>
                <a:cubicBezTo>
                  <a:pt x="33" y="29"/>
                  <a:pt x="35" y="28"/>
                  <a:pt x="35" y="26"/>
                </a:cubicBezTo>
                <a:cubicBezTo>
                  <a:pt x="35" y="25"/>
                  <a:pt x="34" y="24"/>
                  <a:pt x="33" y="23"/>
                </a:cubicBezTo>
                <a:cubicBezTo>
                  <a:pt x="34" y="21"/>
                  <a:pt x="34" y="19"/>
                  <a:pt x="34" y="17"/>
                </a:cubicBezTo>
                <a:cubicBezTo>
                  <a:pt x="34" y="8"/>
                  <a:pt x="26" y="0"/>
                  <a:pt x="17" y="0"/>
                </a:cubicBezTo>
                <a:cubicBezTo>
                  <a:pt x="8" y="0"/>
                  <a:pt x="1" y="8"/>
                  <a:pt x="1" y="17"/>
                </a:cubicBezTo>
                <a:cubicBezTo>
                  <a:pt x="1" y="19"/>
                  <a:pt x="1" y="21"/>
                  <a:pt x="2" y="23"/>
                </a:cubicBezTo>
                <a:cubicBezTo>
                  <a:pt x="1" y="24"/>
                  <a:pt x="0" y="25"/>
                  <a:pt x="0" y="26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4C54"/>
              </a:solidFill>
              <a:effectLst/>
              <a:uLnTx/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25" name="Freeform 30"/>
          <p:cNvSpPr/>
          <p:nvPr/>
        </p:nvSpPr>
        <p:spPr bwMode="auto">
          <a:xfrm>
            <a:off x="4554592" y="4288176"/>
            <a:ext cx="202398" cy="60264"/>
          </a:xfrm>
          <a:custGeom>
            <a:avLst/>
            <a:gdLst>
              <a:gd name="T0" fmla="*/ 2 w 74"/>
              <a:gd name="T1" fmla="*/ 22 h 22"/>
              <a:gd name="T2" fmla="*/ 73 w 74"/>
              <a:gd name="T3" fmla="*/ 22 h 22"/>
              <a:gd name="T4" fmla="*/ 74 w 74"/>
              <a:gd name="T5" fmla="*/ 21 h 22"/>
              <a:gd name="T6" fmla="*/ 74 w 74"/>
              <a:gd name="T7" fmla="*/ 15 h 22"/>
              <a:gd name="T8" fmla="*/ 74 w 74"/>
              <a:gd name="T9" fmla="*/ 14 h 22"/>
              <a:gd name="T10" fmla="*/ 50 w 74"/>
              <a:gd name="T11" fmla="*/ 0 h 22"/>
              <a:gd name="T12" fmla="*/ 49 w 74"/>
              <a:gd name="T13" fmla="*/ 0 h 22"/>
              <a:gd name="T14" fmla="*/ 48 w 74"/>
              <a:gd name="T15" fmla="*/ 0 h 22"/>
              <a:gd name="T16" fmla="*/ 47 w 74"/>
              <a:gd name="T17" fmla="*/ 0 h 22"/>
              <a:gd name="T18" fmla="*/ 37 w 74"/>
              <a:gd name="T19" fmla="*/ 3 h 22"/>
              <a:gd name="T20" fmla="*/ 27 w 74"/>
              <a:gd name="T21" fmla="*/ 0 h 22"/>
              <a:gd name="T22" fmla="*/ 26 w 74"/>
              <a:gd name="T23" fmla="*/ 0 h 22"/>
              <a:gd name="T24" fmla="*/ 26 w 74"/>
              <a:gd name="T25" fmla="*/ 0 h 22"/>
              <a:gd name="T26" fmla="*/ 25 w 74"/>
              <a:gd name="T27" fmla="*/ 0 h 22"/>
              <a:gd name="T28" fmla="*/ 1 w 74"/>
              <a:gd name="T29" fmla="*/ 14 h 22"/>
              <a:gd name="T30" fmla="*/ 0 w 74"/>
              <a:gd name="T31" fmla="*/ 15 h 22"/>
              <a:gd name="T32" fmla="*/ 0 w 74"/>
              <a:gd name="T33" fmla="*/ 21 h 22"/>
              <a:gd name="T34" fmla="*/ 2 w 74"/>
              <a:gd name="T35" fmla="*/ 22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4" h="22">
                <a:moveTo>
                  <a:pt x="2" y="22"/>
                </a:moveTo>
                <a:cubicBezTo>
                  <a:pt x="73" y="22"/>
                  <a:pt x="73" y="22"/>
                  <a:pt x="73" y="22"/>
                </a:cubicBezTo>
                <a:cubicBezTo>
                  <a:pt x="73" y="22"/>
                  <a:pt x="74" y="21"/>
                  <a:pt x="74" y="21"/>
                </a:cubicBezTo>
                <a:cubicBezTo>
                  <a:pt x="74" y="15"/>
                  <a:pt x="74" y="15"/>
                  <a:pt x="74" y="15"/>
                </a:cubicBezTo>
                <a:cubicBezTo>
                  <a:pt x="74" y="15"/>
                  <a:pt x="74" y="14"/>
                  <a:pt x="74" y="14"/>
                </a:cubicBezTo>
                <a:cubicBezTo>
                  <a:pt x="67" y="7"/>
                  <a:pt x="59" y="3"/>
                  <a:pt x="50" y="0"/>
                </a:cubicBezTo>
                <a:cubicBezTo>
                  <a:pt x="49" y="0"/>
                  <a:pt x="49" y="0"/>
                  <a:pt x="49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8" y="0"/>
                  <a:pt x="48" y="0"/>
                  <a:pt x="47" y="0"/>
                </a:cubicBezTo>
                <a:cubicBezTo>
                  <a:pt x="45" y="2"/>
                  <a:pt x="41" y="3"/>
                  <a:pt x="37" y="3"/>
                </a:cubicBezTo>
                <a:cubicBezTo>
                  <a:pt x="34" y="3"/>
                  <a:pt x="30" y="2"/>
                  <a:pt x="27" y="0"/>
                </a:cubicBezTo>
                <a:cubicBezTo>
                  <a:pt x="27" y="0"/>
                  <a:pt x="27" y="0"/>
                  <a:pt x="26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6" y="0"/>
                  <a:pt x="26" y="0"/>
                  <a:pt x="25" y="0"/>
                </a:cubicBezTo>
                <a:cubicBezTo>
                  <a:pt x="16" y="2"/>
                  <a:pt x="8" y="7"/>
                  <a:pt x="1" y="14"/>
                </a:cubicBezTo>
                <a:cubicBezTo>
                  <a:pt x="1" y="14"/>
                  <a:pt x="0" y="15"/>
                  <a:pt x="0" y="15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21"/>
                  <a:pt x="1" y="22"/>
                  <a:pt x="2" y="22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4C54"/>
              </a:solidFill>
              <a:effectLst/>
              <a:uLnTx/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26" name="Freeform 31"/>
          <p:cNvSpPr/>
          <p:nvPr/>
        </p:nvSpPr>
        <p:spPr bwMode="auto">
          <a:xfrm>
            <a:off x="4538673" y="4403020"/>
            <a:ext cx="235373" cy="13645"/>
          </a:xfrm>
          <a:custGeom>
            <a:avLst/>
            <a:gdLst>
              <a:gd name="T0" fmla="*/ 84 w 86"/>
              <a:gd name="T1" fmla="*/ 0 h 5"/>
              <a:gd name="T2" fmla="*/ 3 w 86"/>
              <a:gd name="T3" fmla="*/ 0 h 5"/>
              <a:gd name="T4" fmla="*/ 0 w 86"/>
              <a:gd name="T5" fmla="*/ 2 h 5"/>
              <a:gd name="T6" fmla="*/ 3 w 86"/>
              <a:gd name="T7" fmla="*/ 5 h 5"/>
              <a:gd name="T8" fmla="*/ 84 w 86"/>
              <a:gd name="T9" fmla="*/ 5 h 5"/>
              <a:gd name="T10" fmla="*/ 86 w 86"/>
              <a:gd name="T11" fmla="*/ 2 h 5"/>
              <a:gd name="T12" fmla="*/ 84 w 86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" h="5">
                <a:moveTo>
                  <a:pt x="84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4"/>
                  <a:pt x="1" y="5"/>
                  <a:pt x="3" y="5"/>
                </a:cubicBezTo>
                <a:cubicBezTo>
                  <a:pt x="84" y="5"/>
                  <a:pt x="84" y="5"/>
                  <a:pt x="84" y="5"/>
                </a:cubicBezTo>
                <a:cubicBezTo>
                  <a:pt x="85" y="5"/>
                  <a:pt x="86" y="4"/>
                  <a:pt x="86" y="2"/>
                </a:cubicBezTo>
                <a:cubicBezTo>
                  <a:pt x="86" y="1"/>
                  <a:pt x="85" y="0"/>
                  <a:pt x="84" y="0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4C54"/>
              </a:solidFill>
              <a:effectLst/>
              <a:uLnTx/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27" name="Freeform 32"/>
          <p:cNvSpPr>
            <a:spLocks noEditPoints="1"/>
          </p:cNvSpPr>
          <p:nvPr/>
        </p:nvSpPr>
        <p:spPr bwMode="auto">
          <a:xfrm>
            <a:off x="4453393" y="4008458"/>
            <a:ext cx="425263" cy="535558"/>
          </a:xfrm>
          <a:custGeom>
            <a:avLst/>
            <a:gdLst>
              <a:gd name="T0" fmla="*/ 153 w 155"/>
              <a:gd name="T1" fmla="*/ 31 h 197"/>
              <a:gd name="T2" fmla="*/ 124 w 155"/>
              <a:gd name="T3" fmla="*/ 2 h 197"/>
              <a:gd name="T4" fmla="*/ 120 w 155"/>
              <a:gd name="T5" fmla="*/ 0 h 197"/>
              <a:gd name="T6" fmla="*/ 6 w 155"/>
              <a:gd name="T7" fmla="*/ 0 h 197"/>
              <a:gd name="T8" fmla="*/ 0 w 155"/>
              <a:gd name="T9" fmla="*/ 7 h 197"/>
              <a:gd name="T10" fmla="*/ 0 w 155"/>
              <a:gd name="T11" fmla="*/ 190 h 197"/>
              <a:gd name="T12" fmla="*/ 6 w 155"/>
              <a:gd name="T13" fmla="*/ 197 h 197"/>
              <a:gd name="T14" fmla="*/ 148 w 155"/>
              <a:gd name="T15" fmla="*/ 197 h 197"/>
              <a:gd name="T16" fmla="*/ 155 w 155"/>
              <a:gd name="T17" fmla="*/ 190 h 197"/>
              <a:gd name="T18" fmla="*/ 155 w 155"/>
              <a:gd name="T19" fmla="*/ 35 h 197"/>
              <a:gd name="T20" fmla="*/ 153 w 155"/>
              <a:gd name="T21" fmla="*/ 31 h 197"/>
              <a:gd name="T22" fmla="*/ 13 w 155"/>
              <a:gd name="T23" fmla="*/ 183 h 197"/>
              <a:gd name="T24" fmla="*/ 13 w 155"/>
              <a:gd name="T25" fmla="*/ 14 h 197"/>
              <a:gd name="T26" fmla="*/ 116 w 155"/>
              <a:gd name="T27" fmla="*/ 14 h 197"/>
              <a:gd name="T28" fmla="*/ 116 w 155"/>
              <a:gd name="T29" fmla="*/ 35 h 197"/>
              <a:gd name="T30" fmla="*/ 120 w 155"/>
              <a:gd name="T31" fmla="*/ 39 h 197"/>
              <a:gd name="T32" fmla="*/ 142 w 155"/>
              <a:gd name="T33" fmla="*/ 39 h 197"/>
              <a:gd name="T34" fmla="*/ 142 w 155"/>
              <a:gd name="T35" fmla="*/ 183 h 197"/>
              <a:gd name="T36" fmla="*/ 13 w 155"/>
              <a:gd name="T37" fmla="*/ 183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55" h="197">
                <a:moveTo>
                  <a:pt x="153" y="31"/>
                </a:moveTo>
                <a:cubicBezTo>
                  <a:pt x="124" y="2"/>
                  <a:pt x="124" y="2"/>
                  <a:pt x="124" y="2"/>
                </a:cubicBezTo>
                <a:cubicBezTo>
                  <a:pt x="123" y="1"/>
                  <a:pt x="121" y="0"/>
                  <a:pt x="120" y="0"/>
                </a:cubicBez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7"/>
                </a:cubicBezTo>
                <a:cubicBezTo>
                  <a:pt x="0" y="190"/>
                  <a:pt x="0" y="190"/>
                  <a:pt x="0" y="190"/>
                </a:cubicBezTo>
                <a:cubicBezTo>
                  <a:pt x="0" y="194"/>
                  <a:pt x="3" y="197"/>
                  <a:pt x="6" y="197"/>
                </a:cubicBezTo>
                <a:cubicBezTo>
                  <a:pt x="148" y="197"/>
                  <a:pt x="148" y="197"/>
                  <a:pt x="148" y="197"/>
                </a:cubicBezTo>
                <a:cubicBezTo>
                  <a:pt x="152" y="197"/>
                  <a:pt x="155" y="194"/>
                  <a:pt x="155" y="190"/>
                </a:cubicBezTo>
                <a:cubicBezTo>
                  <a:pt x="155" y="35"/>
                  <a:pt x="155" y="35"/>
                  <a:pt x="155" y="35"/>
                </a:cubicBezTo>
                <a:cubicBezTo>
                  <a:pt x="155" y="34"/>
                  <a:pt x="154" y="32"/>
                  <a:pt x="153" y="31"/>
                </a:cubicBezTo>
                <a:close/>
                <a:moveTo>
                  <a:pt x="13" y="183"/>
                </a:moveTo>
                <a:cubicBezTo>
                  <a:pt x="13" y="14"/>
                  <a:pt x="13" y="14"/>
                  <a:pt x="13" y="14"/>
                </a:cubicBezTo>
                <a:cubicBezTo>
                  <a:pt x="116" y="14"/>
                  <a:pt x="116" y="14"/>
                  <a:pt x="116" y="14"/>
                </a:cubicBezTo>
                <a:cubicBezTo>
                  <a:pt x="116" y="35"/>
                  <a:pt x="116" y="35"/>
                  <a:pt x="116" y="35"/>
                </a:cubicBezTo>
                <a:cubicBezTo>
                  <a:pt x="116" y="38"/>
                  <a:pt x="118" y="39"/>
                  <a:pt x="120" y="39"/>
                </a:cubicBezTo>
                <a:cubicBezTo>
                  <a:pt x="142" y="39"/>
                  <a:pt x="142" y="39"/>
                  <a:pt x="142" y="39"/>
                </a:cubicBezTo>
                <a:cubicBezTo>
                  <a:pt x="142" y="183"/>
                  <a:pt x="142" y="183"/>
                  <a:pt x="142" y="183"/>
                </a:cubicBezTo>
                <a:lnTo>
                  <a:pt x="13" y="183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4C54"/>
              </a:solidFill>
              <a:effectLst/>
              <a:uLnTx/>
              <a:uFillTx/>
              <a:latin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3" name="文本框 31"/>
          <p:cNvSpPr txBox="1"/>
          <p:nvPr/>
        </p:nvSpPr>
        <p:spPr>
          <a:xfrm>
            <a:off x="5836920" y="2289175"/>
            <a:ext cx="5516245" cy="38309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algn="just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r>
              <a:rPr lang="en-US" b="1">
                <a:sym typeface="+mn-ea"/>
              </a:rPr>
              <a:t>1.</a:t>
            </a:r>
            <a:r>
              <a:rPr b="1">
                <a:sym typeface="+mn-ea"/>
              </a:rPr>
              <a:t>Jurafsky &amp; Martin – Speech and Language Processing.</a:t>
            </a:r>
            <a:endParaRPr b="1">
              <a:sym typeface="+mn-ea"/>
            </a:endParaRPr>
          </a:p>
          <a:p>
            <a:pPr marL="0" marR="0" lvl="0" algn="just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b="1">
              <a:sym typeface="+mn-ea"/>
            </a:endParaRPr>
          </a:p>
          <a:p>
            <a:pPr marL="0" marR="0" lvl="0" algn="just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r>
              <a:rPr lang="en-US" b="1">
                <a:sym typeface="+mn-ea"/>
              </a:rPr>
              <a:t>2.</a:t>
            </a:r>
            <a:r>
              <a:rPr b="1">
                <a:sym typeface="+mn-ea"/>
              </a:rPr>
              <a:t>Vaswani et al. – Attention is All You Need (2017).</a:t>
            </a:r>
            <a:endParaRPr b="1">
              <a:sym typeface="+mn-ea"/>
            </a:endParaRPr>
          </a:p>
          <a:p>
            <a:pPr marL="0" marR="0" lvl="0" algn="just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b="1">
              <a:sym typeface="+mn-ea"/>
            </a:endParaRPr>
          </a:p>
          <a:p>
            <a:pPr marL="0" marR="0" lvl="0" algn="just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r>
              <a:rPr lang="en-US" b="1">
                <a:sym typeface="+mn-ea"/>
              </a:rPr>
              <a:t>3.</a:t>
            </a:r>
            <a:r>
              <a:rPr b="1">
                <a:sym typeface="+mn-ea"/>
              </a:rPr>
              <a:t>Hochreiter &amp; Schmidhuber – LSTM (1997).</a:t>
            </a:r>
            <a:endParaRPr b="1">
              <a:sym typeface="+mn-ea"/>
            </a:endParaRPr>
          </a:p>
          <a:p>
            <a:pPr marL="0" marR="0" lvl="0" algn="just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endParaRPr b="1">
              <a:sym typeface="+mn-ea"/>
            </a:endParaRPr>
          </a:p>
          <a:p>
            <a:pPr marL="0" marR="0" lvl="0" algn="just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" panose="020B0503050203000203" charset="0"/>
              <a:buNone/>
              <a:defRPr/>
            </a:pPr>
            <a:r>
              <a:rPr lang="en-US" b="1">
                <a:sym typeface="+mn-ea"/>
              </a:rPr>
              <a:t>4.</a:t>
            </a:r>
            <a:r>
              <a:rPr b="1">
                <a:sym typeface="+mn-ea"/>
              </a:rPr>
              <a:t>Brown et al. – Language Models are Few-Shot Learners (2020).</a:t>
            </a:r>
            <a:endParaRPr kumimoji="0" lang="zh-CN" altLang="en-US" b="1" i="0" u="none" strike="noStrike" kern="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445895" y="-662940"/>
            <a:ext cx="2000250" cy="1784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9600" b="1" spc="-300" dirty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12.</a:t>
            </a:r>
            <a:r>
              <a:rPr lang="en-US" altLang="zh-CN" sz="23900" b="1" spc="-300" dirty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 </a:t>
            </a:r>
            <a:endParaRPr lang="en-US" altLang="zh-CN" sz="23900" b="1" spc="-300" dirty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876347" y="1306892"/>
            <a:ext cx="8621395" cy="99060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US" altLang="zh-CN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FUTURE</a:t>
            </a:r>
            <a:r>
              <a:rPr lang="en-US" altLang="zh-CN" sz="60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 </a:t>
            </a:r>
            <a:r>
              <a:rPr lang="en-US" altLang="zh-CN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IMPLEMENTATION </a:t>
            </a:r>
            <a:r>
              <a:rPr lang="en-US" altLang="zh-CN" sz="28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&amp; </a:t>
            </a:r>
            <a:r>
              <a:rPr lang="en-US" altLang="zh-CN" sz="20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REAL TIME APPLICATIONS</a:t>
            </a:r>
            <a:r>
              <a:rPr lang="zh-CN" altLang="en-US" sz="60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 </a:t>
            </a:r>
            <a:endParaRPr lang="zh-CN" altLang="en-US" sz="60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45566" y="3124567"/>
            <a:ext cx="9923493" cy="3017327"/>
            <a:chOff x="359703" y="4516756"/>
            <a:chExt cx="9923493" cy="3017327"/>
          </a:xfrm>
        </p:grpSpPr>
        <p:sp>
          <p:nvSpPr>
            <p:cNvPr id="12" name="矩形 11"/>
            <p:cNvSpPr/>
            <p:nvPr/>
          </p:nvSpPr>
          <p:spPr>
            <a:xfrm>
              <a:off x="359703" y="4516756"/>
              <a:ext cx="478790" cy="43624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indent="-342900" algn="l">
                <a:buFont typeface="Wingdings" panose="05000000000000000000" charset="0"/>
                <a:buChar char="ü"/>
              </a:pPr>
              <a:endParaRPr lang="zh-CN" altLang="en-US" sz="2400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8567360" y="4953001"/>
              <a:ext cx="1715836" cy="438572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indent="-342900">
                <a:buFont typeface="IBM Plex Sans" panose="020B0503050203000203" charset="0"/>
                <a:buChar char="ü"/>
              </a:pPr>
              <a:endParaRPr lang="zh-CN" altLang="en-US" sz="2400" b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467018" y="5222683"/>
              <a:ext cx="478790" cy="80581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lvl="0" indent="0" algn="l">
                <a:buClrTx/>
                <a:buSzTx/>
                <a:buFont typeface="Wingdings" panose="05000000000000000000" charset="0"/>
                <a:buNone/>
              </a:pPr>
              <a:endParaRPr sz="2400">
                <a:sym typeface="+mn-ea"/>
              </a:endParaRPr>
            </a:p>
            <a:p>
              <a:pPr marL="342900" lvl="0" indent="-342900" algn="l">
                <a:buClrTx/>
                <a:buSzTx/>
                <a:buFont typeface="Wingdings" panose="05000000000000000000" charset="0"/>
                <a:buChar char="ü"/>
              </a:pPr>
              <a:endParaRPr lang="en-US" altLang="zh-CN" sz="2400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8567360" y="5471603"/>
              <a:ext cx="262890" cy="43624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lvl="0" indent="0" algn="l">
                <a:buClrTx/>
                <a:buSzTx/>
                <a:buFont typeface="Wingdings" panose="05000000000000000000" charset="0"/>
                <a:buNone/>
              </a:pPr>
              <a:endParaRPr lang="en-US" altLang="zh-CN" sz="2400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466665" y="5928168"/>
              <a:ext cx="7576185" cy="160591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p>
              <a:pPr marL="342900" lvl="0" indent="-342900" algn="l">
                <a:buClrTx/>
                <a:buSzTx/>
                <a:buFont typeface="Wingdings" panose="05000000000000000000" charset="0"/>
                <a:buChar char="ü"/>
              </a:pPr>
              <a:r>
                <a:rPr sz="2000">
                  <a:sym typeface="+mn-ea"/>
                </a:rPr>
                <a:t>Text Messaging Apps – WhatsApp, Messenger.</a:t>
              </a:r>
              <a:endParaRPr sz="2000">
                <a:sym typeface="+mn-ea"/>
              </a:endParaRPr>
            </a:p>
            <a:p>
              <a:pPr marL="342900" lvl="0" indent="-342900" algn="l">
                <a:buClrTx/>
                <a:buSzTx/>
                <a:buFont typeface="Wingdings" panose="05000000000000000000" charset="0"/>
                <a:buChar char="ü"/>
              </a:pPr>
              <a:r>
                <a:rPr sz="2000">
                  <a:sym typeface="+mn-ea"/>
                </a:rPr>
                <a:t>Email Assistants – Gmail Smart Compose.</a:t>
              </a:r>
              <a:endParaRPr sz="2000">
                <a:sym typeface="+mn-ea"/>
              </a:endParaRPr>
            </a:p>
            <a:p>
              <a:pPr marL="342900" lvl="0" indent="-342900" algn="l">
                <a:buClrTx/>
                <a:buSzTx/>
                <a:buFont typeface="Wingdings" panose="05000000000000000000" charset="0"/>
                <a:buChar char="ü"/>
              </a:pPr>
              <a:r>
                <a:rPr sz="2000">
                  <a:sym typeface="+mn-ea"/>
                </a:rPr>
                <a:t>Accessibility Tools – faster communication for differently-abled.</a:t>
              </a:r>
              <a:endParaRPr sz="2000">
                <a:sym typeface="+mn-ea"/>
              </a:endParaRPr>
            </a:p>
            <a:p>
              <a:pPr marL="342900" lvl="0" indent="-342900" algn="l">
                <a:buClrTx/>
                <a:buSzTx/>
                <a:buFont typeface="Wingdings" panose="05000000000000000000" charset="0"/>
                <a:buChar char="ü"/>
              </a:pPr>
              <a:r>
                <a:rPr sz="2000">
                  <a:sym typeface="+mn-ea"/>
                </a:rPr>
                <a:t>Chatbots &amp; Virtual Assistants – improved conversations.</a:t>
              </a:r>
              <a:endParaRPr sz="2000">
                <a:sym typeface="+mn-ea"/>
              </a:endParaRPr>
            </a:p>
            <a:p>
              <a:pPr marL="342900" lvl="0" indent="-342900" algn="l">
                <a:buClrTx/>
                <a:buSzTx/>
                <a:buFont typeface="Wingdings" panose="05000000000000000000" charset="0"/>
                <a:buChar char="ü"/>
              </a:pPr>
              <a:endParaRPr lang="en-US" altLang="zh-CN" sz="2000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0" y="406400"/>
            <a:ext cx="12192000" cy="228600"/>
            <a:chOff x="0" y="571500"/>
            <a:chExt cx="12192000" cy="22860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 rot="10800000">
            <a:off x="0" y="6235700"/>
            <a:ext cx="12192000" cy="228600"/>
            <a:chOff x="0" y="571500"/>
            <a:chExt cx="12192000" cy="228600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 Box 3"/>
          <p:cNvSpPr txBox="1"/>
          <p:nvPr/>
        </p:nvSpPr>
        <p:spPr>
          <a:xfrm>
            <a:off x="356870" y="3077210"/>
            <a:ext cx="609600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>
                <a:sym typeface="+mn-ea"/>
              </a:rPr>
              <a:t>1.</a:t>
            </a:r>
            <a:r>
              <a:rPr sz="2000" b="1">
                <a:sym typeface="+mn-ea"/>
              </a:rPr>
              <a:t>Multilingual prediction for global adaptability.</a:t>
            </a:r>
            <a:endParaRPr sz="2000" b="1">
              <a:sym typeface="+mn-ea"/>
            </a:endParaRPr>
          </a:p>
          <a:p>
            <a:r>
              <a:rPr lang="en-US" sz="2000" b="1">
                <a:sym typeface="+mn-ea"/>
              </a:rPr>
              <a:t>2.</a:t>
            </a:r>
            <a:r>
              <a:rPr sz="2000" b="1">
                <a:sym typeface="+mn-ea"/>
              </a:rPr>
              <a:t>Integration with speech-to-text systems.</a:t>
            </a:r>
            <a:endParaRPr sz="2000" b="1">
              <a:sym typeface="+mn-ea"/>
            </a:endParaRPr>
          </a:p>
          <a:p>
            <a:pPr marL="0" lvl="1"/>
            <a:r>
              <a:rPr lang="en-US" sz="2000" b="1">
                <a:sym typeface="+mn-ea"/>
              </a:rPr>
              <a:t>3.</a:t>
            </a:r>
            <a:r>
              <a:rPr sz="2000" b="1">
                <a:sym typeface="+mn-ea"/>
              </a:rPr>
              <a:t>On-device training for privacy-preserving personalization.</a:t>
            </a:r>
            <a:endParaRPr lang="en-US" altLang="zh-CN" sz="2000" b="1" spc="300" dirty="0">
              <a:solidFill>
                <a:schemeClr val="accent2">
                  <a:lumMod val="75000"/>
                </a:schemeClr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  <a:sym typeface="+mn-ea"/>
            </a:endParaRPr>
          </a:p>
          <a:p>
            <a:endParaRPr lang="en-GB" altLang="en-US" sz="2000" b="1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-144780" y="254317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algn="ctr"/>
            <a:r>
              <a:rPr lang="en-US" altLang="zh-CN" sz="2800" b="1" spc="300" dirty="0">
                <a:solidFill>
                  <a:schemeClr val="accent2">
                    <a:lumMod val="75000"/>
                  </a:schemeClr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Future Implementation</a:t>
            </a:r>
            <a:endParaRPr lang="en-US" altLang="zh-CN" sz="2800" b="1" spc="300" dirty="0">
              <a:solidFill>
                <a:schemeClr val="accent2">
                  <a:lumMod val="75000"/>
                </a:schemeClr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662555" y="407924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algn="ctr"/>
            <a:r>
              <a:rPr lang="en-US" altLang="zh-CN" sz="2400" b="1" spc="300" dirty="0">
                <a:solidFill>
                  <a:schemeClr val="accent2">
                    <a:lumMod val="75000"/>
                  </a:schemeClr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Real-Time Applications</a:t>
            </a:r>
            <a:endParaRPr lang="en-US" altLang="zh-CN" sz="2400" b="1" spc="300" dirty="0">
              <a:solidFill>
                <a:schemeClr val="accent2">
                  <a:lumMod val="75000"/>
                </a:schemeClr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221920" y="551051"/>
            <a:ext cx="262890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endParaRPr lang="zh-CN" altLang="en-US" sz="5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7" name="Rectangle 2"/>
          <p:cNvSpPr/>
          <p:nvPr/>
        </p:nvSpPr>
        <p:spPr>
          <a:xfrm>
            <a:off x="373380" y="2265648"/>
            <a:ext cx="5695950" cy="1946286"/>
          </a:xfrm>
          <a:prstGeom prst="rect">
            <a:avLst/>
          </a:prstGeom>
          <a:solidFill>
            <a:srgbClr val="44546A"/>
          </a:solidFill>
          <a:ln w="76200"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prstClr val="white"/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8" name="Rectangle 3"/>
          <p:cNvSpPr/>
          <p:nvPr/>
        </p:nvSpPr>
        <p:spPr>
          <a:xfrm>
            <a:off x="400050" y="4279879"/>
            <a:ext cx="5695950" cy="1874006"/>
          </a:xfrm>
          <a:prstGeom prst="rect">
            <a:avLst/>
          </a:prstGeom>
          <a:noFill/>
          <a:ln w="76200"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prstClr val="white"/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9" name="Rectangle 4"/>
          <p:cNvSpPr/>
          <p:nvPr/>
        </p:nvSpPr>
        <p:spPr>
          <a:xfrm>
            <a:off x="6096000" y="2333593"/>
            <a:ext cx="5695950" cy="1946286"/>
          </a:xfrm>
          <a:prstGeom prst="rect">
            <a:avLst/>
          </a:prstGeom>
          <a:noFill/>
          <a:ln w="76200"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prstClr val="white"/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6096000" y="4279879"/>
            <a:ext cx="5695950" cy="1874006"/>
          </a:xfrm>
          <a:prstGeom prst="rect">
            <a:avLst/>
          </a:prstGeom>
          <a:solidFill>
            <a:srgbClr val="44546A"/>
          </a:solidFill>
          <a:ln w="76200"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prstClr val="white"/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2" name="Oval 6"/>
          <p:cNvSpPr/>
          <p:nvPr/>
        </p:nvSpPr>
        <p:spPr>
          <a:xfrm>
            <a:off x="5631024" y="3837901"/>
            <a:ext cx="878913" cy="88395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800">
              <a:solidFill>
                <a:prstClr val="white"/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1911220" y="2590199"/>
            <a:ext cx="3719804" cy="11068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defTabSz="1450975"/>
            <a:r>
              <a:rPr lang="en-US" altLang="zh-CN" sz="2000" b="1" dirty="0">
                <a:solidFill>
                  <a:prstClr val="whit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SOHEL KHAN</a:t>
            </a:r>
            <a:endParaRPr lang="zh-CN" altLang="en-US" sz="2000" b="1" dirty="0">
              <a:solidFill>
                <a:prstClr val="white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indent="0" defTabSz="1450975">
              <a:lnSpc>
                <a:spcPct val="150000"/>
              </a:lnSpc>
              <a:buFont typeface="IBM Plex Sans" panose="020B0503050203000203" charset="0"/>
              <a:buNone/>
            </a:pPr>
            <a:endParaRPr lang="zh-CN" altLang="en-US" sz="1400" dirty="0">
              <a:solidFill>
                <a:prstClr val="white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indent="0" defTabSz="1450975">
              <a:lnSpc>
                <a:spcPct val="150000"/>
              </a:lnSpc>
              <a:buFont typeface="IBM Plex Sans" panose="020B0503050203000203" charset="0"/>
              <a:buNone/>
            </a:pPr>
            <a:r>
              <a:rPr lang="en-US" altLang="zh-CN" b="1" dirty="0">
                <a:solidFill>
                  <a:prstClr val="whit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160923748070</a:t>
            </a:r>
            <a:r>
              <a:rPr lang="zh-CN" altLang="en-US" b="1" dirty="0">
                <a:solidFill>
                  <a:prstClr val="whit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</a:t>
            </a:r>
            <a:endParaRPr lang="zh-CN" altLang="en-US" b="1" dirty="0">
              <a:solidFill>
                <a:prstClr val="white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748966" y="4871161"/>
            <a:ext cx="991298" cy="1026077"/>
            <a:chOff x="1163293" y="4009909"/>
            <a:chExt cx="426779" cy="441753"/>
          </a:xfrm>
          <a:solidFill>
            <a:srgbClr val="44546A"/>
          </a:solidFill>
        </p:grpSpPr>
        <p:sp>
          <p:nvSpPr>
            <p:cNvPr id="23" name="Freeform 129"/>
            <p:cNvSpPr/>
            <p:nvPr/>
          </p:nvSpPr>
          <p:spPr bwMode="auto">
            <a:xfrm>
              <a:off x="1163293" y="4192101"/>
              <a:ext cx="426779" cy="157235"/>
            </a:xfrm>
            <a:custGeom>
              <a:avLst/>
              <a:gdLst>
                <a:gd name="T0" fmla="*/ 86 w 171"/>
                <a:gd name="T1" fmla="*/ 36 h 63"/>
                <a:gd name="T2" fmla="*/ 24 w 171"/>
                <a:gd name="T3" fmla="*/ 0 h 63"/>
                <a:gd name="T4" fmla="*/ 0 w 171"/>
                <a:gd name="T5" fmla="*/ 15 h 63"/>
                <a:gd name="T6" fmla="*/ 86 w 171"/>
                <a:gd name="T7" fmla="*/ 63 h 63"/>
                <a:gd name="T8" fmla="*/ 171 w 171"/>
                <a:gd name="T9" fmla="*/ 15 h 63"/>
                <a:gd name="T10" fmla="*/ 147 w 171"/>
                <a:gd name="T11" fmla="*/ 0 h 63"/>
                <a:gd name="T12" fmla="*/ 86 w 171"/>
                <a:gd name="T13" fmla="*/ 3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1" h="63">
                  <a:moveTo>
                    <a:pt x="86" y="36"/>
                  </a:moveTo>
                  <a:lnTo>
                    <a:pt x="24" y="0"/>
                  </a:lnTo>
                  <a:lnTo>
                    <a:pt x="0" y="15"/>
                  </a:lnTo>
                  <a:lnTo>
                    <a:pt x="86" y="63"/>
                  </a:lnTo>
                  <a:lnTo>
                    <a:pt x="171" y="15"/>
                  </a:lnTo>
                  <a:lnTo>
                    <a:pt x="147" y="0"/>
                  </a:lnTo>
                  <a:lnTo>
                    <a:pt x="86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000">
                <a:solidFill>
                  <a:prstClr val="black"/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  <p:sp>
          <p:nvSpPr>
            <p:cNvPr id="24" name="Freeform 130"/>
            <p:cNvSpPr/>
            <p:nvPr/>
          </p:nvSpPr>
          <p:spPr bwMode="auto">
            <a:xfrm>
              <a:off x="1163293" y="4296924"/>
              <a:ext cx="426779" cy="154738"/>
            </a:xfrm>
            <a:custGeom>
              <a:avLst/>
              <a:gdLst>
                <a:gd name="T0" fmla="*/ 86 w 171"/>
                <a:gd name="T1" fmla="*/ 34 h 62"/>
                <a:gd name="T2" fmla="*/ 24 w 171"/>
                <a:gd name="T3" fmla="*/ 0 h 62"/>
                <a:gd name="T4" fmla="*/ 0 w 171"/>
                <a:gd name="T5" fmla="*/ 13 h 62"/>
                <a:gd name="T6" fmla="*/ 86 w 171"/>
                <a:gd name="T7" fmla="*/ 62 h 62"/>
                <a:gd name="T8" fmla="*/ 171 w 171"/>
                <a:gd name="T9" fmla="*/ 13 h 62"/>
                <a:gd name="T10" fmla="*/ 147 w 171"/>
                <a:gd name="T11" fmla="*/ 0 h 62"/>
                <a:gd name="T12" fmla="*/ 86 w 171"/>
                <a:gd name="T13" fmla="*/ 3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1" h="62">
                  <a:moveTo>
                    <a:pt x="86" y="34"/>
                  </a:moveTo>
                  <a:lnTo>
                    <a:pt x="24" y="0"/>
                  </a:lnTo>
                  <a:lnTo>
                    <a:pt x="0" y="13"/>
                  </a:lnTo>
                  <a:lnTo>
                    <a:pt x="86" y="62"/>
                  </a:lnTo>
                  <a:lnTo>
                    <a:pt x="171" y="13"/>
                  </a:lnTo>
                  <a:lnTo>
                    <a:pt x="147" y="0"/>
                  </a:lnTo>
                  <a:lnTo>
                    <a:pt x="86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000">
                <a:solidFill>
                  <a:prstClr val="black"/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  <p:sp>
          <p:nvSpPr>
            <p:cNvPr id="25" name="Freeform 131"/>
            <p:cNvSpPr/>
            <p:nvPr/>
          </p:nvSpPr>
          <p:spPr bwMode="auto">
            <a:xfrm>
              <a:off x="1163293" y="4009909"/>
              <a:ext cx="426779" cy="242092"/>
            </a:xfrm>
            <a:custGeom>
              <a:avLst/>
              <a:gdLst>
                <a:gd name="T0" fmla="*/ 171 w 171"/>
                <a:gd name="T1" fmla="*/ 48 h 97"/>
                <a:gd name="T2" fmla="*/ 86 w 171"/>
                <a:gd name="T3" fmla="*/ 0 h 97"/>
                <a:gd name="T4" fmla="*/ 0 w 171"/>
                <a:gd name="T5" fmla="*/ 48 h 97"/>
                <a:gd name="T6" fmla="*/ 86 w 171"/>
                <a:gd name="T7" fmla="*/ 97 h 97"/>
                <a:gd name="T8" fmla="*/ 171 w 171"/>
                <a:gd name="T9" fmla="*/ 4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" h="97">
                  <a:moveTo>
                    <a:pt x="171" y="48"/>
                  </a:moveTo>
                  <a:lnTo>
                    <a:pt x="86" y="0"/>
                  </a:lnTo>
                  <a:lnTo>
                    <a:pt x="0" y="48"/>
                  </a:lnTo>
                  <a:lnTo>
                    <a:pt x="86" y="97"/>
                  </a:lnTo>
                  <a:lnTo>
                    <a:pt x="171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000">
                <a:solidFill>
                  <a:prstClr val="black"/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</p:grp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2057905" y="4726955"/>
            <a:ext cx="3719804" cy="8610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defTabSz="1450975"/>
            <a:r>
              <a:rPr lang="en-US" sz="2000" b="1" dirty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ANAS BIN AFEEF</a:t>
            </a:r>
            <a:endParaRPr lang="en-US" sz="2000" b="1" dirty="0">
              <a:solidFill>
                <a:srgbClr val="44546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defTabSz="1450975"/>
            <a:endParaRPr lang="en-US" altLang="en-US" sz="1200" b="1" dirty="0">
              <a:solidFill>
                <a:srgbClr val="44546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defTabSz="1450975"/>
            <a:r>
              <a:rPr lang="en-US" sz="2000" b="1" dirty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160923748091</a:t>
            </a:r>
            <a:r>
              <a:rPr lang="zh-CN" altLang="en-US" sz="1050" dirty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</a:t>
            </a:r>
            <a:endParaRPr lang="zh-CN" altLang="en-US" sz="1050" dirty="0">
              <a:solidFill>
                <a:srgbClr val="44546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Text Box 10"/>
          <p:cNvSpPr txBox="1">
            <a:spLocks noChangeArrowheads="1"/>
          </p:cNvSpPr>
          <p:nvPr/>
        </p:nvSpPr>
        <p:spPr bwMode="auto">
          <a:xfrm>
            <a:off x="6634326" y="2590199"/>
            <a:ext cx="3719804" cy="1353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r" defTabSz="1450975">
              <a:lnSpc>
                <a:spcPct val="150000"/>
              </a:lnSpc>
            </a:pPr>
            <a:r>
              <a:rPr lang="en-US" sz="2400" b="1" dirty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SYED FAYEZ</a:t>
            </a:r>
            <a:endParaRPr lang="en-US" sz="2400" b="1" dirty="0">
              <a:solidFill>
                <a:srgbClr val="44546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r" defTabSz="1450975">
              <a:lnSpc>
                <a:spcPct val="150000"/>
              </a:lnSpc>
            </a:pPr>
            <a:endParaRPr lang="zh-CN" altLang="en-US" sz="1400" dirty="0">
              <a:solidFill>
                <a:srgbClr val="44546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r" defTabSz="1450975">
              <a:lnSpc>
                <a:spcPct val="150000"/>
              </a:lnSpc>
            </a:pPr>
            <a:r>
              <a:rPr lang="en-US" altLang="zh-CN" b="1" dirty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160923748073</a:t>
            </a:r>
            <a:r>
              <a:rPr lang="zh-CN" altLang="en-US" sz="1400" b="1" dirty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r>
              <a:rPr lang="zh-CN" altLang="en-US" sz="1050" dirty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</a:t>
            </a:r>
            <a:endParaRPr lang="zh-CN" altLang="en-US" sz="1050" dirty="0">
              <a:solidFill>
                <a:srgbClr val="44546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6634326" y="4582175"/>
            <a:ext cx="3719804" cy="984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r" defTabSz="1450975">
              <a:lnSpc>
                <a:spcPct val="150000"/>
              </a:lnSpc>
            </a:pPr>
            <a:r>
              <a:rPr lang="en-US" sz="2000" dirty="0">
                <a:solidFill>
                  <a:prstClr val="whit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SAQIB AHMED</a:t>
            </a:r>
            <a:endParaRPr lang="en-US" sz="2000" dirty="0">
              <a:solidFill>
                <a:prstClr val="white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r" defTabSz="1450975">
              <a:lnSpc>
                <a:spcPct val="150000"/>
              </a:lnSpc>
            </a:pPr>
            <a:r>
              <a:rPr lang="en-US" sz="2000" dirty="0">
                <a:solidFill>
                  <a:prstClr val="whit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160923748103</a:t>
            </a:r>
            <a:r>
              <a:rPr lang="zh-CN" altLang="en-US" sz="1050" dirty="0">
                <a:solidFill>
                  <a:prstClr val="whit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</a:t>
            </a:r>
            <a:endParaRPr lang="zh-CN" altLang="en-US" sz="1050" dirty="0">
              <a:solidFill>
                <a:prstClr val="white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467" name="组合 264"/>
          <p:cNvGrpSpPr/>
          <p:nvPr/>
        </p:nvGrpSpPr>
        <p:grpSpPr bwMode="auto">
          <a:xfrm>
            <a:off x="1198245" y="844550"/>
            <a:ext cx="9159240" cy="871855"/>
            <a:chOff x="0" y="0"/>
            <a:chExt cx="10635290" cy="1835106"/>
          </a:xfrm>
        </p:grpSpPr>
        <p:sp>
          <p:nvSpPr>
            <p:cNvPr id="468" name="矩形 51"/>
            <p:cNvSpPr>
              <a:spLocks noChangeArrowheads="1"/>
            </p:cNvSpPr>
            <p:nvPr/>
          </p:nvSpPr>
          <p:spPr bwMode="auto">
            <a:xfrm>
              <a:off x="0" y="0"/>
              <a:ext cx="10635290" cy="1835106"/>
            </a:xfrm>
            <a:prstGeom prst="rect">
              <a:avLst/>
            </a:prstGeom>
            <a:solidFill>
              <a:srgbClr val="231D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IBM Plex Sans" panose="020B0503050203000203" charset="0"/>
                <a:buNone/>
              </a:pPr>
              <a:endParaRPr lang="zh-CN" altLang="zh-CN" sz="1800">
                <a:solidFill>
                  <a:srgbClr val="FFFFFF"/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  <a:sym typeface="IBM Plex Sans" panose="020B0503050203000203" charset="0"/>
              </a:endParaRPr>
            </a:p>
          </p:txBody>
        </p:sp>
        <p:sp>
          <p:nvSpPr>
            <p:cNvPr id="469" name="文本框 266"/>
            <p:cNvSpPr txBox="1">
              <a:spLocks noChangeArrowheads="1"/>
            </p:cNvSpPr>
            <p:nvPr/>
          </p:nvSpPr>
          <p:spPr bwMode="auto">
            <a:xfrm>
              <a:off x="195682" y="433713"/>
              <a:ext cx="10243926" cy="9690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 typeface="IBM Plex Sans" panose="020B0503050203000203" charset="0"/>
                <a:buNone/>
              </a:pPr>
              <a:r>
                <a:rPr lang="en-US" altLang="zh-CN" sz="2400" cap="all" spc="600" dirty="0" smtClean="0">
                  <a:solidFill>
                    <a:srgbClr val="FFFFFF"/>
                  </a:solidFill>
                  <a:uFillTx/>
                  <a:latin typeface="IBM Plex Sans SemiBold" panose="020B0703050203000203" charset="0"/>
                  <a:ea typeface="IBM Plex Sans SemiBold" panose="020B0703050203000203" charset="0"/>
                  <a:cs typeface="IBM Plex Sans" panose="020B0503050203000203" charset="0"/>
                </a:rPr>
                <a:t>TEAM MEMBERS</a:t>
              </a:r>
              <a:r>
                <a:rPr lang="zh-CN" altLang="en-US" sz="2400" cap="all" spc="600" dirty="0" smtClean="0">
                  <a:solidFill>
                    <a:srgbClr val="FFFFFF"/>
                  </a:solidFill>
                  <a:uFillTx/>
                  <a:latin typeface="IBM Plex Sans SemiBold" panose="020B0703050203000203" charset="0"/>
                  <a:ea typeface="IBM Plex Sans SemiBold" panose="020B0703050203000203" charset="0"/>
                  <a:cs typeface="IBM Plex Sans" panose="020B0503050203000203" charset="0"/>
                </a:rPr>
                <a:t>:</a:t>
              </a:r>
              <a:endParaRPr lang="zh-CN" altLang="en-US" sz="2400" cap="all" spc="600" dirty="0" smtClean="0">
                <a:solidFill>
                  <a:srgbClr val="FFFFFF"/>
                </a:solidFill>
                <a:uFillTx/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endParaRPr>
            </a:p>
          </p:txBody>
        </p:sp>
      </p:grpSp>
      <p:grpSp>
        <p:nvGrpSpPr>
          <p:cNvPr id="470" name="Group 469"/>
          <p:cNvGrpSpPr/>
          <p:nvPr/>
        </p:nvGrpSpPr>
        <p:grpSpPr>
          <a:xfrm>
            <a:off x="674671" y="2683586"/>
            <a:ext cx="991298" cy="1026077"/>
            <a:chOff x="1163293" y="4009909"/>
            <a:chExt cx="426779" cy="441753"/>
          </a:xfrm>
          <a:solidFill>
            <a:srgbClr val="44546A"/>
          </a:solidFill>
        </p:grpSpPr>
        <p:sp>
          <p:nvSpPr>
            <p:cNvPr id="471" name="Freeform 129"/>
            <p:cNvSpPr/>
            <p:nvPr/>
          </p:nvSpPr>
          <p:spPr bwMode="auto">
            <a:xfrm>
              <a:off x="1163293" y="4192101"/>
              <a:ext cx="426779" cy="157235"/>
            </a:xfrm>
            <a:custGeom>
              <a:avLst/>
              <a:gdLst>
                <a:gd name="T0" fmla="*/ 86 w 171"/>
                <a:gd name="T1" fmla="*/ 36 h 63"/>
                <a:gd name="T2" fmla="*/ 24 w 171"/>
                <a:gd name="T3" fmla="*/ 0 h 63"/>
                <a:gd name="T4" fmla="*/ 0 w 171"/>
                <a:gd name="T5" fmla="*/ 15 h 63"/>
                <a:gd name="T6" fmla="*/ 86 w 171"/>
                <a:gd name="T7" fmla="*/ 63 h 63"/>
                <a:gd name="T8" fmla="*/ 171 w 171"/>
                <a:gd name="T9" fmla="*/ 15 h 63"/>
                <a:gd name="T10" fmla="*/ 147 w 171"/>
                <a:gd name="T11" fmla="*/ 0 h 63"/>
                <a:gd name="T12" fmla="*/ 86 w 171"/>
                <a:gd name="T13" fmla="*/ 3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1" h="63">
                  <a:moveTo>
                    <a:pt x="86" y="36"/>
                  </a:moveTo>
                  <a:lnTo>
                    <a:pt x="24" y="0"/>
                  </a:lnTo>
                  <a:lnTo>
                    <a:pt x="0" y="15"/>
                  </a:lnTo>
                  <a:lnTo>
                    <a:pt x="86" y="63"/>
                  </a:lnTo>
                  <a:lnTo>
                    <a:pt x="171" y="15"/>
                  </a:lnTo>
                  <a:lnTo>
                    <a:pt x="147" y="0"/>
                  </a:lnTo>
                  <a:lnTo>
                    <a:pt x="86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p>
              <a:endParaRPr lang="en-US" sz="2000">
                <a:solidFill>
                  <a:prstClr val="black"/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  <p:sp>
          <p:nvSpPr>
            <p:cNvPr id="472" name="Freeform 130"/>
            <p:cNvSpPr/>
            <p:nvPr/>
          </p:nvSpPr>
          <p:spPr bwMode="auto">
            <a:xfrm>
              <a:off x="1163293" y="4296924"/>
              <a:ext cx="426779" cy="154738"/>
            </a:xfrm>
            <a:custGeom>
              <a:avLst/>
              <a:gdLst>
                <a:gd name="T0" fmla="*/ 86 w 171"/>
                <a:gd name="T1" fmla="*/ 34 h 62"/>
                <a:gd name="T2" fmla="*/ 24 w 171"/>
                <a:gd name="T3" fmla="*/ 0 h 62"/>
                <a:gd name="T4" fmla="*/ 0 w 171"/>
                <a:gd name="T5" fmla="*/ 13 h 62"/>
                <a:gd name="T6" fmla="*/ 86 w 171"/>
                <a:gd name="T7" fmla="*/ 62 h 62"/>
                <a:gd name="T8" fmla="*/ 171 w 171"/>
                <a:gd name="T9" fmla="*/ 13 h 62"/>
                <a:gd name="T10" fmla="*/ 147 w 171"/>
                <a:gd name="T11" fmla="*/ 0 h 62"/>
                <a:gd name="T12" fmla="*/ 86 w 171"/>
                <a:gd name="T13" fmla="*/ 3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1" h="62">
                  <a:moveTo>
                    <a:pt x="86" y="34"/>
                  </a:moveTo>
                  <a:lnTo>
                    <a:pt x="24" y="0"/>
                  </a:lnTo>
                  <a:lnTo>
                    <a:pt x="0" y="13"/>
                  </a:lnTo>
                  <a:lnTo>
                    <a:pt x="86" y="62"/>
                  </a:lnTo>
                  <a:lnTo>
                    <a:pt x="171" y="13"/>
                  </a:lnTo>
                  <a:lnTo>
                    <a:pt x="147" y="0"/>
                  </a:lnTo>
                  <a:lnTo>
                    <a:pt x="86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p>
              <a:endParaRPr lang="en-US" sz="2000">
                <a:solidFill>
                  <a:prstClr val="black"/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  <p:sp>
          <p:nvSpPr>
            <p:cNvPr id="473" name="Freeform 131"/>
            <p:cNvSpPr/>
            <p:nvPr/>
          </p:nvSpPr>
          <p:spPr bwMode="auto">
            <a:xfrm>
              <a:off x="1163293" y="4009909"/>
              <a:ext cx="426779" cy="242092"/>
            </a:xfrm>
            <a:custGeom>
              <a:avLst/>
              <a:gdLst>
                <a:gd name="T0" fmla="*/ 171 w 171"/>
                <a:gd name="T1" fmla="*/ 48 h 97"/>
                <a:gd name="T2" fmla="*/ 86 w 171"/>
                <a:gd name="T3" fmla="*/ 0 h 97"/>
                <a:gd name="T4" fmla="*/ 0 w 171"/>
                <a:gd name="T5" fmla="*/ 48 h 97"/>
                <a:gd name="T6" fmla="*/ 86 w 171"/>
                <a:gd name="T7" fmla="*/ 97 h 97"/>
                <a:gd name="T8" fmla="*/ 171 w 171"/>
                <a:gd name="T9" fmla="*/ 4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" h="97">
                  <a:moveTo>
                    <a:pt x="171" y="48"/>
                  </a:moveTo>
                  <a:lnTo>
                    <a:pt x="86" y="0"/>
                  </a:lnTo>
                  <a:lnTo>
                    <a:pt x="0" y="48"/>
                  </a:lnTo>
                  <a:lnTo>
                    <a:pt x="86" y="97"/>
                  </a:lnTo>
                  <a:lnTo>
                    <a:pt x="171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p>
              <a:endParaRPr lang="en-US" sz="2000">
                <a:solidFill>
                  <a:prstClr val="black"/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</p:grpSp>
      <p:grpSp>
        <p:nvGrpSpPr>
          <p:cNvPr id="474" name="Group 473"/>
          <p:cNvGrpSpPr/>
          <p:nvPr/>
        </p:nvGrpSpPr>
        <p:grpSpPr>
          <a:xfrm>
            <a:off x="10529871" y="2770581"/>
            <a:ext cx="991298" cy="1026077"/>
            <a:chOff x="1163293" y="4009909"/>
            <a:chExt cx="426779" cy="441753"/>
          </a:xfrm>
          <a:solidFill>
            <a:srgbClr val="44546A"/>
          </a:solidFill>
        </p:grpSpPr>
        <p:sp>
          <p:nvSpPr>
            <p:cNvPr id="475" name="Freeform 129"/>
            <p:cNvSpPr/>
            <p:nvPr/>
          </p:nvSpPr>
          <p:spPr bwMode="auto">
            <a:xfrm>
              <a:off x="1163293" y="4192101"/>
              <a:ext cx="426779" cy="157235"/>
            </a:xfrm>
            <a:custGeom>
              <a:avLst/>
              <a:gdLst>
                <a:gd name="T0" fmla="*/ 86 w 171"/>
                <a:gd name="T1" fmla="*/ 36 h 63"/>
                <a:gd name="T2" fmla="*/ 24 w 171"/>
                <a:gd name="T3" fmla="*/ 0 h 63"/>
                <a:gd name="T4" fmla="*/ 0 w 171"/>
                <a:gd name="T5" fmla="*/ 15 h 63"/>
                <a:gd name="T6" fmla="*/ 86 w 171"/>
                <a:gd name="T7" fmla="*/ 63 h 63"/>
                <a:gd name="T8" fmla="*/ 171 w 171"/>
                <a:gd name="T9" fmla="*/ 15 h 63"/>
                <a:gd name="T10" fmla="*/ 147 w 171"/>
                <a:gd name="T11" fmla="*/ 0 h 63"/>
                <a:gd name="T12" fmla="*/ 86 w 171"/>
                <a:gd name="T13" fmla="*/ 3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1" h="63">
                  <a:moveTo>
                    <a:pt x="86" y="36"/>
                  </a:moveTo>
                  <a:lnTo>
                    <a:pt x="24" y="0"/>
                  </a:lnTo>
                  <a:lnTo>
                    <a:pt x="0" y="15"/>
                  </a:lnTo>
                  <a:lnTo>
                    <a:pt x="86" y="63"/>
                  </a:lnTo>
                  <a:lnTo>
                    <a:pt x="171" y="15"/>
                  </a:lnTo>
                  <a:lnTo>
                    <a:pt x="147" y="0"/>
                  </a:lnTo>
                  <a:lnTo>
                    <a:pt x="86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p>
              <a:endParaRPr lang="en-US" sz="2000">
                <a:solidFill>
                  <a:prstClr val="black"/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  <p:sp>
          <p:nvSpPr>
            <p:cNvPr id="476" name="Freeform 130"/>
            <p:cNvSpPr/>
            <p:nvPr/>
          </p:nvSpPr>
          <p:spPr bwMode="auto">
            <a:xfrm>
              <a:off x="1163293" y="4296924"/>
              <a:ext cx="426779" cy="154738"/>
            </a:xfrm>
            <a:custGeom>
              <a:avLst/>
              <a:gdLst>
                <a:gd name="T0" fmla="*/ 86 w 171"/>
                <a:gd name="T1" fmla="*/ 34 h 62"/>
                <a:gd name="T2" fmla="*/ 24 w 171"/>
                <a:gd name="T3" fmla="*/ 0 h 62"/>
                <a:gd name="T4" fmla="*/ 0 w 171"/>
                <a:gd name="T5" fmla="*/ 13 h 62"/>
                <a:gd name="T6" fmla="*/ 86 w 171"/>
                <a:gd name="T7" fmla="*/ 62 h 62"/>
                <a:gd name="T8" fmla="*/ 171 w 171"/>
                <a:gd name="T9" fmla="*/ 13 h 62"/>
                <a:gd name="T10" fmla="*/ 147 w 171"/>
                <a:gd name="T11" fmla="*/ 0 h 62"/>
                <a:gd name="T12" fmla="*/ 86 w 171"/>
                <a:gd name="T13" fmla="*/ 3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1" h="62">
                  <a:moveTo>
                    <a:pt x="86" y="34"/>
                  </a:moveTo>
                  <a:lnTo>
                    <a:pt x="24" y="0"/>
                  </a:lnTo>
                  <a:lnTo>
                    <a:pt x="0" y="13"/>
                  </a:lnTo>
                  <a:lnTo>
                    <a:pt x="86" y="62"/>
                  </a:lnTo>
                  <a:lnTo>
                    <a:pt x="171" y="13"/>
                  </a:lnTo>
                  <a:lnTo>
                    <a:pt x="147" y="0"/>
                  </a:lnTo>
                  <a:lnTo>
                    <a:pt x="86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p>
              <a:endParaRPr lang="en-US" sz="2000">
                <a:solidFill>
                  <a:prstClr val="black"/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  <p:sp>
          <p:nvSpPr>
            <p:cNvPr id="477" name="Freeform 131"/>
            <p:cNvSpPr/>
            <p:nvPr/>
          </p:nvSpPr>
          <p:spPr bwMode="auto">
            <a:xfrm>
              <a:off x="1163293" y="4009909"/>
              <a:ext cx="426779" cy="242092"/>
            </a:xfrm>
            <a:custGeom>
              <a:avLst/>
              <a:gdLst>
                <a:gd name="T0" fmla="*/ 171 w 171"/>
                <a:gd name="T1" fmla="*/ 48 h 97"/>
                <a:gd name="T2" fmla="*/ 86 w 171"/>
                <a:gd name="T3" fmla="*/ 0 h 97"/>
                <a:gd name="T4" fmla="*/ 0 w 171"/>
                <a:gd name="T5" fmla="*/ 48 h 97"/>
                <a:gd name="T6" fmla="*/ 86 w 171"/>
                <a:gd name="T7" fmla="*/ 97 h 97"/>
                <a:gd name="T8" fmla="*/ 171 w 171"/>
                <a:gd name="T9" fmla="*/ 4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" h="97">
                  <a:moveTo>
                    <a:pt x="171" y="48"/>
                  </a:moveTo>
                  <a:lnTo>
                    <a:pt x="86" y="0"/>
                  </a:lnTo>
                  <a:lnTo>
                    <a:pt x="0" y="48"/>
                  </a:lnTo>
                  <a:lnTo>
                    <a:pt x="86" y="97"/>
                  </a:lnTo>
                  <a:lnTo>
                    <a:pt x="171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p>
              <a:endParaRPr lang="en-US" sz="2000">
                <a:solidFill>
                  <a:prstClr val="black"/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406400"/>
            <a:ext cx="12192000" cy="228600"/>
            <a:chOff x="0" y="571500"/>
            <a:chExt cx="12192000" cy="228600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 rot="10800000">
            <a:off x="0" y="6235700"/>
            <a:ext cx="12192000" cy="228600"/>
            <a:chOff x="0" y="571500"/>
            <a:chExt cx="12192000" cy="228600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13"/>
          <p:cNvSpPr txBox="1"/>
          <p:nvPr/>
        </p:nvSpPr>
        <p:spPr>
          <a:xfrm rot="21412603">
            <a:off x="492760" y="2871470"/>
            <a:ext cx="1128903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THANK YOU</a:t>
            </a:r>
            <a:endParaRPr lang="zh-CN" altLang="en-US" sz="96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381586">
              <a:off x="2263007" y="4248119"/>
              <a:ext cx="8318034" cy="1531594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381586">
                <a:off x="2263007" y="4248119"/>
                <a:ext cx="8318034" cy="1531594"/>
              </a:xfrm>
              <a:prstGeom prst="rect"/>
            </p:spPr>
          </p:pic>
        </mc:Fallback>
      </mc:AlternateContent>
      <p:sp>
        <p:nvSpPr>
          <p:cNvPr id="113" name="KSO_Shape"/>
          <p:cNvSpPr/>
          <p:nvPr/>
        </p:nvSpPr>
        <p:spPr bwMode="auto">
          <a:xfrm rot="2633721">
            <a:off x="8470899" y="935103"/>
            <a:ext cx="1346200" cy="1800225"/>
          </a:xfrm>
          <a:custGeom>
            <a:avLst/>
            <a:gdLst>
              <a:gd name="T0" fmla="*/ 1281616 w 634"/>
              <a:gd name="T1" fmla="*/ 39819 h 633"/>
              <a:gd name="T2" fmla="*/ 1281616 w 634"/>
              <a:gd name="T3" fmla="*/ 39819 h 633"/>
              <a:gd name="T4" fmla="*/ 0 w 634"/>
              <a:gd name="T5" fmla="*/ 878867 h 633"/>
              <a:gd name="T6" fmla="*/ 405951 w 634"/>
              <a:gd name="T7" fmla="*/ 1214486 h 633"/>
              <a:gd name="T8" fmla="*/ 656748 w 634"/>
              <a:gd name="T9" fmla="*/ 1797553 h 633"/>
              <a:gd name="T10" fmla="*/ 1313497 w 634"/>
              <a:gd name="T11" fmla="*/ 82483 h 633"/>
              <a:gd name="T12" fmla="*/ 1281616 w 634"/>
              <a:gd name="T13" fmla="*/ 39819 h 633"/>
              <a:gd name="T14" fmla="*/ 157280 w 634"/>
              <a:gd name="T15" fmla="*/ 878867 h 633"/>
              <a:gd name="T16" fmla="*/ 157280 w 634"/>
              <a:gd name="T17" fmla="*/ 878867 h 633"/>
              <a:gd name="T18" fmla="*/ 1126461 w 634"/>
              <a:gd name="T19" fmla="*/ 250292 h 633"/>
              <a:gd name="T20" fmla="*/ 437832 w 634"/>
              <a:gd name="T21" fmla="*/ 1086496 h 633"/>
              <a:gd name="T22" fmla="*/ 157280 w 634"/>
              <a:gd name="T23" fmla="*/ 878867 h 633"/>
              <a:gd name="T24" fmla="*/ 656748 w 634"/>
              <a:gd name="T25" fmla="*/ 1589924 h 633"/>
              <a:gd name="T26" fmla="*/ 656748 w 634"/>
              <a:gd name="T27" fmla="*/ 1589924 h 633"/>
              <a:gd name="T28" fmla="*/ 501594 w 634"/>
              <a:gd name="T29" fmla="*/ 1129159 h 633"/>
              <a:gd name="T30" fmla="*/ 1158342 w 634"/>
              <a:gd name="T31" fmla="*/ 290111 h 633"/>
              <a:gd name="T32" fmla="*/ 656748 w 634"/>
              <a:gd name="T33" fmla="*/ 1589924 h 6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634" h="633">
                <a:moveTo>
                  <a:pt x="603" y="14"/>
                </a:moveTo>
                <a:lnTo>
                  <a:pt x="603" y="14"/>
                </a:lnTo>
                <a:cubicBezTo>
                  <a:pt x="574" y="14"/>
                  <a:pt x="0" y="309"/>
                  <a:pt x="0" y="309"/>
                </a:cubicBezTo>
                <a:lnTo>
                  <a:pt x="191" y="427"/>
                </a:lnTo>
                <a:lnTo>
                  <a:pt x="309" y="632"/>
                </a:lnTo>
                <a:cubicBezTo>
                  <a:pt x="309" y="632"/>
                  <a:pt x="618" y="44"/>
                  <a:pt x="618" y="29"/>
                </a:cubicBezTo>
                <a:cubicBezTo>
                  <a:pt x="633" y="14"/>
                  <a:pt x="618" y="0"/>
                  <a:pt x="603" y="14"/>
                </a:cubicBezTo>
                <a:close/>
                <a:moveTo>
                  <a:pt x="74" y="309"/>
                </a:moveTo>
                <a:lnTo>
                  <a:pt x="74" y="309"/>
                </a:lnTo>
                <a:cubicBezTo>
                  <a:pt x="530" y="88"/>
                  <a:pt x="530" y="88"/>
                  <a:pt x="530" y="88"/>
                </a:cubicBezTo>
                <a:cubicBezTo>
                  <a:pt x="206" y="382"/>
                  <a:pt x="206" y="382"/>
                  <a:pt x="206" y="382"/>
                </a:cubicBezTo>
                <a:lnTo>
                  <a:pt x="74" y="309"/>
                </a:lnTo>
                <a:close/>
                <a:moveTo>
                  <a:pt x="309" y="559"/>
                </a:moveTo>
                <a:lnTo>
                  <a:pt x="309" y="559"/>
                </a:lnTo>
                <a:cubicBezTo>
                  <a:pt x="309" y="559"/>
                  <a:pt x="250" y="441"/>
                  <a:pt x="236" y="397"/>
                </a:cubicBezTo>
                <a:cubicBezTo>
                  <a:pt x="545" y="102"/>
                  <a:pt x="545" y="102"/>
                  <a:pt x="545" y="102"/>
                </a:cubicBezTo>
                <a:lnTo>
                  <a:pt x="309" y="559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wrap="none" lIns="121908" tIns="60955" rIns="121908" bIns="60955"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9pPr>
          </a:lstStyle>
          <a:p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15" name="墨迹 114"/>
              <p14:cNvContentPartPr/>
              <p14:nvPr/>
            </p14:nvContentPartPr>
            <p14:xfrm>
              <a:off x="7258215" y="1831673"/>
              <a:ext cx="1112400" cy="533880"/>
            </p14:xfrm>
          </p:contentPart>
        </mc:Choice>
        <mc:Fallback xmlns="">
          <p:pic>
            <p:nvPicPr>
              <p:cNvPr id="115" name="墨迹 114"/>
            </p:nvPicPr>
            <p:blipFill>
              <a:blip r:embed="rId4"/>
            </p:blipFill>
            <p:spPr>
              <a:xfrm>
                <a:off x="7258215" y="1831673"/>
                <a:ext cx="1112400" cy="53388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463.39842519685044,&quot;left&quot;:437.76842519685044,&quot;top&quot;:27.54102362204724,&quot;width&quot;:522.2315748031496}"/>
</p:tagLst>
</file>

<file path=ppt/tags/tag2.xml><?xml version="1.0" encoding="utf-8"?>
<p:tagLst xmlns:p="http://schemas.openxmlformats.org/presentationml/2006/main">
  <p:tag name="KSO_WM_DIAGRAM_VIRTUALLY_FRAME" val="{&quot;height&quot;:89.42115622800402,&quot;left&quot;:99.75496062992124,&quot;top&quot;:193.25023622047246,&quot;width&quot;:781.1696850393702}"/>
</p:tagLst>
</file>

<file path=ppt/tags/tag3.xml><?xml version="1.0" encoding="utf-8"?>
<p:tagLst xmlns:p="http://schemas.openxmlformats.org/presentationml/2006/main">
  <p:tag name="KSO_WM_DIAGRAM_VIRTUALLY_FRAME" val="{&quot;height&quot;:89.42115622800402,&quot;left&quot;:99.75496062992124,&quot;top&quot;:193.25023622047246,&quot;width&quot;:781.1696850393702}"/>
</p:tagLst>
</file>

<file path=ppt/tags/tag4.xml><?xml version="1.0" encoding="utf-8"?>
<p:tagLst xmlns:p="http://schemas.openxmlformats.org/presentationml/2006/main">
  <p:tag name="KSO_WM_DIAGRAM_VIRTUALLY_FRAME" val="{&quot;height&quot;:89.42115622800402,&quot;left&quot;:99.75496062992124,&quot;top&quot;:193.25023622047246,&quot;width&quot;:781.1696850393702}"/>
</p:tagLst>
</file>

<file path=ppt/tags/tag5.xml><?xml version="1.0" encoding="utf-8"?>
<p:tagLst xmlns:p="http://schemas.openxmlformats.org/presentationml/2006/main">
  <p:tag name="KSO_WM_DIAGRAM_VIRTUALLY_FRAME" val="{&quot;height&quot;:89.42115622800402,&quot;left&quot;:99.75496062992124,&quot;top&quot;:193.25023622047246,&quot;width&quot;:781.1696850393702}"/>
</p:tagLst>
</file>

<file path=ppt/tags/tag6.xml><?xml version="1.0" encoding="utf-8"?>
<p:tagLst xmlns:p="http://schemas.openxmlformats.org/presentationml/2006/main">
  <p:tag name="KSO_WM_DIAGRAM_VIRTUALLY_FRAME" val="{&quot;height&quot;:89.42115622800402,&quot;left&quot;:99.75496062992124,&quot;top&quot;:193.25023622047246,&quot;width&quot;:781.1696850393702}"/>
</p:tagLst>
</file>

<file path=ppt/tags/tag7.xml><?xml version="1.0" encoding="utf-8"?>
<p:tagLst xmlns:p="http://schemas.openxmlformats.org/presentationml/2006/main">
  <p:tag name="KSO_WM_DIAGRAM_VIRTUALLY_FRAME" val="{&quot;height&quot;:89.42115622800402,&quot;left&quot;:99.75496062992124,&quot;top&quot;:193.25023622047246,&quot;width&quot;:781.1696850393702}"/>
</p:tagLst>
</file>

<file path=ppt/tags/tag8.xml><?xml version="1.0" encoding="utf-8"?>
<p:tagLst xmlns:p="http://schemas.openxmlformats.org/presentationml/2006/main">
  <p:tag name="KSO_WM_DIAGRAM_VIRTUALLY_FRAME" val="{&quot;height&quot;:89.42115622800402,&quot;left&quot;:99.75496062992124,&quot;top&quot;:193.25023622047246,&quot;width&quot;:781.1696850393702}"/>
</p:tagLst>
</file>

<file path=ppt/tags/tag9.xml><?xml version="1.0" encoding="utf-8"?>
<p:tagLst xmlns:p="http://schemas.openxmlformats.org/presentationml/2006/main">
  <p:tag name="KSO_WM_DIAGRAM_VIRTUALLY_FRAME" val="{&quot;height&quot;:89.42115622800402,&quot;left&quot;:99.75496062992124,&quot;top&quot;:193.25023622047246,&quot;width&quot;:781.1696850393702}"/>
</p:tagLst>
</file>

<file path=ppt/tags/tag10.xml><?xml version="1.0" encoding="utf-8"?>
<p:tagLst xmlns:p="http://schemas.openxmlformats.org/presentationml/2006/main">
  <p:tag name="KSO_WM_DIAGRAM_VIRTUALLY_FRAME" val="{&quot;height&quot;:89.42115622800402,&quot;left&quot;:99.75496062992124,&quot;top&quot;:193.25023622047246,&quot;width&quot;:781.1696850393702}"/>
</p:tagLst>
</file>

<file path=ppt/tags/tag11.xml><?xml version="1.0" encoding="utf-8"?>
<p:tagLst xmlns:p="http://schemas.openxmlformats.org/presentationml/2006/main">
  <p:tag name="KSO_WM_DIAGRAM_VIRTUALLY_FRAME" val="{&quot;height&quot;:89.42115622800402,&quot;left&quot;:99.75496062992124,&quot;top&quot;:193.25023622047246,&quot;width&quot;:781.1696850393702}"/>
</p:tagLst>
</file>

<file path=ppt/tags/tag12.xml><?xml version="1.0" encoding="utf-8"?>
<p:tagLst xmlns:p="http://schemas.openxmlformats.org/presentationml/2006/main">
  <p:tag name="KSO_WM_DIAGRAM_VIRTUALLY_FRAME" val="{&quot;height&quot;:89.42115622800402,&quot;left&quot;:99.75496062992124,&quot;top&quot;:193.25023622047246,&quot;width&quot;:781.1696850393702}"/>
</p:tagLst>
</file>

<file path=ppt/tags/tag13.xml><?xml version="1.0" encoding="utf-8"?>
<p:tagLst xmlns:p="http://schemas.openxmlformats.org/presentationml/2006/main">
  <p:tag name="KSO_WM_DIAGRAM_VIRTUALLY_FRAME" val="{&quot;height&quot;:89.42115622800402,&quot;left&quot;:99.75496062992124,&quot;top&quot;:193.25023622047246,&quot;width&quot;:781.1696850393702}"/>
</p:tagLst>
</file>

<file path=ppt/tags/tag14.xml><?xml version="1.0" encoding="utf-8"?>
<p:tagLst xmlns:p="http://schemas.openxmlformats.org/presentationml/2006/main">
  <p:tag name="KSO_WM_DIAGRAM_VIRTUALLY_FRAME" val="{&quot;height&quot;:89.42115622800402,&quot;left&quot;:99.75496062992124,&quot;top&quot;:193.25023622047246,&quot;width&quot;:781.1696850393702}"/>
</p:tagLst>
</file>

<file path=ppt/tags/tag15.xml><?xml version="1.0" encoding="utf-8"?>
<p:tagLst xmlns:p="http://schemas.openxmlformats.org/presentationml/2006/main">
  <p:tag name="KSO_WM_DIAGRAM_VIRTUALLY_FRAME" val="{&quot;height&quot;:89.42115622800402,&quot;left&quot;:99.75496062992124,&quot;top&quot;:193.25023622047246,&quot;width&quot;:781.1696850393702}"/>
</p:tagLst>
</file>

<file path=ppt/tags/tag16.xml><?xml version="1.0" encoding="utf-8"?>
<p:tagLst xmlns:p="http://schemas.openxmlformats.org/presentationml/2006/main">
  <p:tag name="KSO_WM_DIAGRAM_VIRTUALLY_FRAME" val="{&quot;height&quot;:89.42115622800402,&quot;left&quot;:99.75496062992124,&quot;top&quot;:193.25023622047246,&quot;width&quot;:781.1696850393702}"/>
</p:tagLst>
</file>

<file path=ppt/tags/tag17.xml><?xml version="1.0" encoding="utf-8"?>
<p:tagLst xmlns:p="http://schemas.openxmlformats.org/presentationml/2006/main">
  <p:tag name="KSO_WM_DIAGRAM_VIRTUALLY_FRAME" val="{&quot;height&quot;:346.8716535433071,&quot;left&quot;:85.72275590551182,&quot;top&quot;:179.42866141732284,&quot;width&quot;:776.9015748031495}"/>
</p:tagLst>
</file>

<file path=ppt/tags/tag18.xml><?xml version="1.0" encoding="utf-8"?>
<p:tagLst xmlns:p="http://schemas.openxmlformats.org/presentationml/2006/main">
  <p:tag name="MH" val="20160513154307"/>
  <p:tag name="MH_LIBRARY" val="GRAPHIC"/>
  <p:tag name="MH_TYPE" val="Other"/>
  <p:tag name="MH_ORDER" val="1"/>
  <p:tag name="KSO_WM_DIAGRAM_VIRTUALLY_FRAME" val="{&quot;height&quot;:346.8716535433071,&quot;left&quot;:85.72275590551182,&quot;top&quot;:179.42866141732284,&quot;width&quot;:776.9015748031495}"/>
</p:tagLst>
</file>

<file path=ppt/tags/tag19.xml><?xml version="1.0" encoding="utf-8"?>
<p:tagLst xmlns:p="http://schemas.openxmlformats.org/presentationml/2006/main">
  <p:tag name="MH" val="20160513154307"/>
  <p:tag name="MH_LIBRARY" val="GRAPHIC"/>
  <p:tag name="MH_TYPE" val="Other"/>
  <p:tag name="MH_ORDER" val="2"/>
  <p:tag name="KSO_WM_DIAGRAM_VIRTUALLY_FRAME" val="{&quot;height&quot;:346.8716535433071,&quot;left&quot;:85.72275590551182,&quot;top&quot;:179.42866141732284,&quot;width&quot;:776.9015748031495}"/>
</p:tagLst>
</file>

<file path=ppt/tags/tag20.xml><?xml version="1.0" encoding="utf-8"?>
<p:tagLst xmlns:p="http://schemas.openxmlformats.org/presentationml/2006/main">
  <p:tag name="MH" val="20160513154307"/>
  <p:tag name="MH_LIBRARY" val="GRAPHIC"/>
  <p:tag name="MH_TYPE" val="Other"/>
  <p:tag name="MH_ORDER" val="3"/>
  <p:tag name="KSO_WM_DIAGRAM_VIRTUALLY_FRAME" val="{&quot;height&quot;:346.8716535433071,&quot;left&quot;:85.72275590551182,&quot;top&quot;:179.42866141732284,&quot;width&quot;:776.9015748031495}"/>
</p:tagLst>
</file>

<file path=ppt/tags/tag21.xml><?xml version="1.0" encoding="utf-8"?>
<p:tagLst xmlns:p="http://schemas.openxmlformats.org/presentationml/2006/main">
  <p:tag name="MH" val="20160513154307"/>
  <p:tag name="MH_LIBRARY" val="GRAPHIC"/>
  <p:tag name="MH_TYPE" val="Other"/>
  <p:tag name="MH_ORDER" val="4"/>
  <p:tag name="KSO_WM_DIAGRAM_VIRTUALLY_FRAME" val="{&quot;height&quot;:346.8716535433071,&quot;left&quot;:85.72275590551182,&quot;top&quot;:179.42866141732284,&quot;width&quot;:776.9015748031495}"/>
</p:tagLst>
</file>

<file path=ppt/tags/tag22.xml><?xml version="1.0" encoding="utf-8"?>
<p:tagLst xmlns:p="http://schemas.openxmlformats.org/presentationml/2006/main">
  <p:tag name="MH" val="20160513154307"/>
  <p:tag name="MH_LIBRARY" val="GRAPHIC"/>
  <p:tag name="MH_TYPE" val="Other"/>
  <p:tag name="MH_ORDER" val="5"/>
  <p:tag name="KSO_WM_DIAGRAM_VIRTUALLY_FRAME" val="{&quot;height&quot;:346.8716535433071,&quot;left&quot;:85.72275590551182,&quot;top&quot;:179.42866141732284,&quot;width&quot;:776.9015748031495}"/>
</p:tagLst>
</file>

<file path=ppt/tags/tag23.xml><?xml version="1.0" encoding="utf-8"?>
<p:tagLst xmlns:p="http://schemas.openxmlformats.org/presentationml/2006/main">
  <p:tag name="MH" val="20160513154307"/>
  <p:tag name="MH_LIBRARY" val="GRAPHIC"/>
  <p:tag name="MH_TYPE" val="Other"/>
  <p:tag name="MH_ORDER" val="6"/>
  <p:tag name="KSO_WM_DIAGRAM_VIRTUALLY_FRAME" val="{&quot;height&quot;:346.8716535433071,&quot;left&quot;:85.72275590551182,&quot;top&quot;:179.42866141732284,&quot;width&quot;:776.9015748031495}"/>
</p:tagLst>
</file>

<file path=ppt/tags/tag24.xml><?xml version="1.0" encoding="utf-8"?>
<p:tagLst xmlns:p="http://schemas.openxmlformats.org/presentationml/2006/main">
  <p:tag name="KSO_WM_DIAGRAM_VIRTUALLY_FRAME" val="{&quot;height&quot;:346.8716535433071,&quot;left&quot;:85.72275590551182,&quot;top&quot;:179.42866141732284,&quot;width&quot;:776.9015748031495}"/>
</p:tagLst>
</file>

<file path=ppt/tags/tag25.xml><?xml version="1.0" encoding="utf-8"?>
<p:tagLst xmlns:p="http://schemas.openxmlformats.org/presentationml/2006/main">
  <p:tag name="KSO_WM_DIAGRAM_VIRTUALLY_FRAME" val="{&quot;height&quot;:346.8716535433071,&quot;left&quot;:85.72275590551182,&quot;top&quot;:179.42866141732284,&quot;width&quot;:776.9015748031495}"/>
</p:tagLst>
</file>

<file path=ppt/tags/tag26.xml><?xml version="1.0" encoding="utf-8"?>
<p:tagLst xmlns:p="http://schemas.openxmlformats.org/presentationml/2006/main">
  <p:tag name="KSO_WM_DIAGRAM_VIRTUALLY_FRAME" val="{&quot;height&quot;:346.8716535433071,&quot;left&quot;:85.72275590551182,&quot;top&quot;:179.42866141732284,&quot;width&quot;:776.9015748031495}"/>
</p:tagLst>
</file>

<file path=ppt/tags/tag27.xml><?xml version="1.0" encoding="utf-8"?>
<p:tagLst xmlns:p="http://schemas.openxmlformats.org/presentationml/2006/main">
  <p:tag name="KSO_WM_DIAGRAM_VIRTUALLY_FRAME" val="{&quot;height&quot;:346.8716535433071,&quot;left&quot;:85.72275590551182,&quot;top&quot;:179.42866141732284,&quot;width&quot;:776.9015748031495}"/>
</p:tagLst>
</file>

<file path=ppt/tags/tag28.xml><?xml version="1.0" encoding="utf-8"?>
<p:tagLst xmlns:p="http://schemas.openxmlformats.org/presentationml/2006/main">
  <p:tag name="KSO_WM_DIAGRAM_VIRTUALLY_FRAME" val="{&quot;height&quot;:346.8716535433071,&quot;left&quot;:85.72275590551182,&quot;top&quot;:179.42866141732284,&quot;width&quot;:776.9015748031495}"/>
</p:tagLst>
</file>

<file path=ppt/tags/tag29.xml><?xml version="1.0" encoding="utf-8"?>
<p:tagLst xmlns:p="http://schemas.openxmlformats.org/presentationml/2006/main">
  <p:tag name="KSO_WM_DIAGRAM_VIRTUALLY_FRAME" val="{&quot;height&quot;:346.8716535433071,&quot;left&quot;:85.72275590551182,&quot;top&quot;:179.42866141732284,&quot;width&quot;:776.9015748031495}"/>
</p:tagLst>
</file>

<file path=ppt/tags/tag30.xml><?xml version="1.0" encoding="utf-8"?>
<p:tagLst xmlns:p="http://schemas.openxmlformats.org/presentationml/2006/main">
  <p:tag name="KSO_WM_DIAGRAM_VIRTUALLY_FRAME" val="{&quot;height&quot;:346.8716535433071,&quot;left&quot;:85.72275590551182,&quot;top&quot;:179.42866141732284,&quot;width&quot;:776.9015748031495}"/>
</p:tagLst>
</file>

<file path=ppt/tags/tag31.xml><?xml version="1.0" encoding="utf-8"?>
<p:tagLst xmlns:p="http://schemas.openxmlformats.org/presentationml/2006/main">
  <p:tag name="KSO_WM_DIAGRAM_VIRTUALLY_FRAME" val="{&quot;height&quot;:339.14102362204727,&quot;left&quot;:92.5,&quot;top&quot;:190.8751181102362,&quot;width&quot;:774}"/>
</p:tagLst>
</file>

<file path=ppt/tags/tag32.xml><?xml version="1.0" encoding="utf-8"?>
<p:tagLst xmlns:p="http://schemas.openxmlformats.org/presentationml/2006/main">
  <p:tag name="KSO_WM_DIAGRAM_VIRTUALLY_FRAME" val="{&quot;height&quot;:339.14102362204727,&quot;left&quot;:92.5,&quot;top&quot;:190.8751181102362,&quot;width&quot;:774}"/>
</p:tagLst>
</file>

<file path=ppt/tags/tag33.xml><?xml version="1.0" encoding="utf-8"?>
<p:tagLst xmlns:p="http://schemas.openxmlformats.org/presentationml/2006/main">
  <p:tag name="KSO_WM_DIAGRAM_VIRTUALLY_FRAME" val="{&quot;height&quot;:339.14102362204727,&quot;left&quot;:92.5,&quot;top&quot;:190.8751181102362,&quot;width&quot;:774}"/>
</p:tagLst>
</file>

<file path=ppt/tags/tag34.xml><?xml version="1.0" encoding="utf-8"?>
<p:tagLst xmlns:p="http://schemas.openxmlformats.org/presentationml/2006/main">
  <p:tag name="KSO_WM_DIAGRAM_VIRTUALLY_FRAME" val="{&quot;height&quot;:339.14102362204727,&quot;left&quot;:92.5,&quot;top&quot;:190.8751181102362,&quot;width&quot;:774}"/>
</p:tagLst>
</file>

<file path=ppt/tags/tag35.xml><?xml version="1.0" encoding="utf-8"?>
<p:tagLst xmlns:p="http://schemas.openxmlformats.org/presentationml/2006/main">
  <p:tag name="KSO_WM_DIAGRAM_VIRTUALLY_FRAME" val="{&quot;height&quot;:339.14102362204727,&quot;left&quot;:92.5,&quot;top&quot;:190.8751181102362,&quot;width&quot;:774}"/>
</p:tagLst>
</file>

<file path=ppt/tags/tag36.xml><?xml version="1.0" encoding="utf-8"?>
<p:tagLst xmlns:p="http://schemas.openxmlformats.org/presentationml/2006/main">
  <p:tag name="KSO_WM_DIAGRAM_VIRTUALLY_FRAME" val="{&quot;height&quot;:339.14102362204727,&quot;left&quot;:92.5,&quot;top&quot;:190.8751181102362,&quot;width&quot;:774}"/>
</p:tagLst>
</file>

<file path=ppt/tags/tag37.xml><?xml version="1.0" encoding="utf-8"?>
<p:tagLst xmlns:p="http://schemas.openxmlformats.org/presentationml/2006/main">
  <p:tag name="KSO_WM_DIAGRAM_VIRTUALLY_FRAME" val="{&quot;height&quot;:339.14102362204727,&quot;left&quot;:92.5,&quot;top&quot;:190.8751181102362,&quot;width&quot;:774}"/>
</p:tagLst>
</file>

<file path=ppt/tags/tag38.xml><?xml version="1.0" encoding="utf-8"?>
<p:tagLst xmlns:p="http://schemas.openxmlformats.org/presentationml/2006/main">
  <p:tag name="KSO_WM_DIAGRAM_VIRTUALLY_FRAME" val="{&quot;height&quot;:339.14102362204727,&quot;left&quot;:92.5,&quot;top&quot;:190.8751181102362,&quot;width&quot;:774}"/>
</p:tagLst>
</file>

<file path=ppt/tags/tag39.xml><?xml version="1.0" encoding="utf-8"?>
<p:tagLst xmlns:p="http://schemas.openxmlformats.org/presentationml/2006/main">
  <p:tag name="KSO_WM_DIAGRAM_VIRTUALLY_FRAME" val="{&quot;height&quot;:193.32,&quot;left&quot;:602.7737795275591,&quot;top&quot;:170.95,&quot;width&quot;:233.39818897637798}"/>
</p:tagLst>
</file>

<file path=ppt/tags/tag40.xml><?xml version="1.0" encoding="utf-8"?>
<p:tagLst xmlns:p="http://schemas.openxmlformats.org/presentationml/2006/main">
  <p:tag name="KSO_WM_DIAGRAM_VIRTUALLY_FRAME" val="{&quot;height&quot;:193.32,&quot;left&quot;:602.7737795275591,&quot;top&quot;:170.95,&quot;width&quot;:233.39818897637798}"/>
</p:tagLst>
</file>

<file path=ppt/tags/tag41.xml><?xml version="1.0" encoding="utf-8"?>
<p:tagLst xmlns:p="http://schemas.openxmlformats.org/presentationml/2006/main">
  <p:tag name="KSO_WPP_MARK_KEY" val="fccd38f4-e913-46cc-92a5-33572aaec662"/>
  <p:tag name="COMMONDATA" val="eyJoZGlkIjoiMmNmYmEwOWQ4Y2Q0M2IxMGZkNjI4ZjhkZDQyNzg1OT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IBM Plex Sans"/>
        <a:font script="Hebr" typeface="IBM Plex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BM Plex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IBM Plex Sans"/>
        <a:font script="Hebr" typeface="IBM Plex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BM Plex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IBM Plex Sans"/>
        <a:font script="Hebr" typeface="IBM Plex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BM Plex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3960</Words>
  <Application>WPS Presentation</Application>
  <PresentationFormat>宽屏</PresentationFormat>
  <Paragraphs>223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9" baseType="lpstr">
      <vt:lpstr>Arial</vt:lpstr>
      <vt:lpstr>SimSun</vt:lpstr>
      <vt:lpstr>Wingdings</vt:lpstr>
      <vt:lpstr>IBM Plex Sans</vt:lpstr>
      <vt:lpstr>Yu Gothic UI</vt:lpstr>
      <vt:lpstr>IBM Plex Sans SemiBold</vt:lpstr>
      <vt:lpstr>Yu Gothic UI Semibold</vt:lpstr>
      <vt:lpstr>Calibri</vt:lpstr>
      <vt:lpstr>Wingdings</vt:lpstr>
      <vt:lpstr>Arimo</vt:lpstr>
      <vt:lpstr>Arimo</vt:lpstr>
      <vt:lpstr>Arimo</vt:lpstr>
      <vt:lpstr>Syne Bold</vt:lpstr>
      <vt:lpstr>Syne Bold</vt:lpstr>
      <vt:lpstr>Syne Bold</vt:lpstr>
      <vt:lpstr>Open Sans</vt:lpstr>
      <vt:lpstr>Microsoft YaHei</vt:lpstr>
      <vt:lpstr>Arial Black</vt:lpstr>
      <vt:lpstr>Segoe Print</vt:lpstr>
      <vt:lpstr>Arial Unicode MS</vt:lpstr>
      <vt:lpstr>Microsoft JhengHei UI</vt:lpstr>
      <vt:lpstr>MingLiU-ExtB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Asus Vivobook15</cp:lastModifiedBy>
  <cp:revision>61</cp:revision>
  <dcterms:created xsi:type="dcterms:W3CDTF">2016-05-12T09:08:00Z</dcterms:created>
  <dcterms:modified xsi:type="dcterms:W3CDTF">2025-09-25T12:13:58Z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3063C540A6E74F6A8F5BB20C06CBC593_11</vt:lpwstr>
  </property>
  <property fmtid="{D5CDD505-2E9C-101B-9397-08002B2CF9AE}" pid="3" name="KSOProductBuildVer">
    <vt:lpwstr>2057-12.2.0.22556</vt:lpwstr>
  </property>
</Properties>
</file>